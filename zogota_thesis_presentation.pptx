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5" r:id="rId6"/>
    <p:sldId id="292" r:id="rId7"/>
    <p:sldId id="289" r:id="rId8"/>
    <p:sldId id="259" r:id="rId9"/>
    <p:sldId id="299" r:id="rId10"/>
    <p:sldId id="322" r:id="rId11"/>
    <p:sldId id="298" r:id="rId12"/>
    <p:sldId id="307" r:id="rId13"/>
    <p:sldId id="321" r:id="rId14"/>
    <p:sldId id="306" r:id="rId15"/>
    <p:sldId id="310" r:id="rId16"/>
    <p:sldId id="312" r:id="rId17"/>
    <p:sldId id="309" r:id="rId18"/>
    <p:sldId id="319" r:id="rId19"/>
    <p:sldId id="311" r:id="rId20"/>
    <p:sldId id="320" r:id="rId21"/>
    <p:sldId id="286" r:id="rId22"/>
    <p:sldId id="314" r:id="rId23"/>
    <p:sldId id="317" r:id="rId24"/>
    <p:sldId id="318" r:id="rId25"/>
    <p:sldId id="316" r:id="rId26"/>
    <p:sldId id="287" r:id="rId27"/>
    <p:sldId id="324" r:id="rId28"/>
    <p:sldId id="32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33F"/>
    <a:srgbClr val="0E3244"/>
    <a:srgbClr val="10435A"/>
    <a:srgbClr val="0E3243"/>
    <a:srgbClr val="0C3142"/>
    <a:srgbClr val="0A2635"/>
    <a:srgbClr val="0C3041"/>
    <a:srgbClr val="0D2C3B"/>
    <a:srgbClr val="0D2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778A0-34BF-46FF-90B5-27C1A184DEF6}" v="380" dt="2025-12-14T21:43:24.0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na Zogota" userId="43eac884b96ed7c6" providerId="LiveId" clId="{012EA771-21A8-40D4-969F-3799575A76D9}"/>
    <pc:docChg chg="undo custSel addSld delSld modSld sldOrd">
      <pc:chgData name="Alina Zogota" userId="43eac884b96ed7c6" providerId="LiveId" clId="{012EA771-21A8-40D4-969F-3799575A76D9}" dt="2025-12-14T21:43:24.021" v="1495" actId="20577"/>
      <pc:docMkLst>
        <pc:docMk/>
      </pc:docMkLst>
      <pc:sldChg chg="modSp mod modAnim">
        <pc:chgData name="Alina Zogota" userId="43eac884b96ed7c6" providerId="LiveId" clId="{012EA771-21A8-40D4-969F-3799575A76D9}" dt="2025-12-14T21:32:43.943" v="1452"/>
        <pc:sldMkLst>
          <pc:docMk/>
          <pc:sldMk cId="2328231072" sldId="256"/>
        </pc:sldMkLst>
        <pc:spChg chg="mod">
          <ac:chgData name="Alina Zogota" userId="43eac884b96ed7c6" providerId="LiveId" clId="{012EA771-21A8-40D4-969F-3799575A76D9}" dt="2025-12-11T19:09:04.033" v="55" actId="1076"/>
          <ac:spMkLst>
            <pc:docMk/>
            <pc:sldMk cId="2328231072" sldId="256"/>
            <ac:spMk id="2" creationId="{8A45002D-0F23-1E97-0B41-65D20F50F52E}"/>
          </ac:spMkLst>
        </pc:spChg>
        <pc:spChg chg="mod">
          <ac:chgData name="Alina Zogota" userId="43eac884b96ed7c6" providerId="LiveId" clId="{012EA771-21A8-40D4-969F-3799575A76D9}" dt="2025-12-11T19:08:40.899" v="51" actId="1076"/>
          <ac:spMkLst>
            <pc:docMk/>
            <pc:sldMk cId="2328231072" sldId="256"/>
            <ac:spMk id="3" creationId="{144F1F59-A2E3-7F03-17FB-4E995A30C76C}"/>
          </ac:spMkLst>
        </pc:spChg>
      </pc:sldChg>
      <pc:sldChg chg="addSp delSp modSp mod ord modAnim">
        <pc:chgData name="Alina Zogota" userId="43eac884b96ed7c6" providerId="LiveId" clId="{012EA771-21A8-40D4-969F-3799575A76D9}" dt="2025-12-14T21:37:15.007" v="1471"/>
        <pc:sldMkLst>
          <pc:docMk/>
          <pc:sldMk cId="3033719679" sldId="259"/>
        </pc:sldMkLst>
        <pc:spChg chg="mod">
          <ac:chgData name="Alina Zogota" userId="43eac884b96ed7c6" providerId="LiveId" clId="{012EA771-21A8-40D4-969F-3799575A76D9}" dt="2025-12-14T16:34:48.051" v="993" actId="1076"/>
          <ac:spMkLst>
            <pc:docMk/>
            <pc:sldMk cId="3033719679" sldId="259"/>
            <ac:spMk id="2" creationId="{CBFFACB4-9EC3-264B-0D74-87F1DA4CBCCD}"/>
          </ac:spMkLst>
        </pc:spChg>
        <pc:spChg chg="add mod">
          <ac:chgData name="Alina Zogota" userId="43eac884b96ed7c6" providerId="LiveId" clId="{012EA771-21A8-40D4-969F-3799575A76D9}" dt="2025-12-14T20:38:00.878" v="1347" actId="20578"/>
          <ac:spMkLst>
            <pc:docMk/>
            <pc:sldMk cId="3033719679" sldId="259"/>
            <ac:spMk id="5" creationId="{8F8AF7FB-BFD0-FC14-7EE9-32D3CE1AEB83}"/>
          </ac:spMkLst>
        </pc:spChg>
        <pc:picChg chg="add del mod">
          <ac:chgData name="Alina Zogota" userId="43eac884b96ed7c6" providerId="LiveId" clId="{012EA771-21A8-40D4-969F-3799575A76D9}" dt="2025-12-14T17:42:50.599" v="1034" actId="478"/>
          <ac:picMkLst>
            <pc:docMk/>
            <pc:sldMk cId="3033719679" sldId="259"/>
            <ac:picMk id="4" creationId="{8BE0D92B-1B0E-E641-92BE-270B12C946A6}"/>
          </ac:picMkLst>
        </pc:picChg>
        <pc:picChg chg="add del mod">
          <ac:chgData name="Alina Zogota" userId="43eac884b96ed7c6" providerId="LiveId" clId="{012EA771-21A8-40D4-969F-3799575A76D9}" dt="2025-12-13T21:40:28.448" v="848" actId="478"/>
          <ac:picMkLst>
            <pc:docMk/>
            <pc:sldMk cId="3033719679" sldId="259"/>
            <ac:picMk id="5" creationId="{F0624F4A-0DA7-43D9-B354-5211C0C088CF}"/>
          </ac:picMkLst>
        </pc:picChg>
      </pc:sldChg>
      <pc:sldChg chg="add del">
        <pc:chgData name="Alina Zogota" userId="43eac884b96ed7c6" providerId="LiveId" clId="{012EA771-21A8-40D4-969F-3799575A76D9}" dt="2025-12-13T19:57:29.634" v="843" actId="47"/>
        <pc:sldMkLst>
          <pc:docMk/>
          <pc:sldMk cId="3022165452" sldId="262"/>
        </pc:sldMkLst>
      </pc:sldChg>
      <pc:sldChg chg="modSp mod modAnim">
        <pc:chgData name="Alina Zogota" userId="43eac884b96ed7c6" providerId="LiveId" clId="{012EA771-21A8-40D4-969F-3799575A76D9}" dt="2025-12-14T21:36:53.750" v="1467"/>
        <pc:sldMkLst>
          <pc:docMk/>
          <pc:sldMk cId="889613207" sldId="265"/>
        </pc:sldMkLst>
        <pc:spChg chg="mod">
          <ac:chgData name="Alina Zogota" userId="43eac884b96ed7c6" providerId="LiveId" clId="{012EA771-21A8-40D4-969F-3799575A76D9}" dt="2025-12-14T16:12:50.690" v="866" actId="20577"/>
          <ac:spMkLst>
            <pc:docMk/>
            <pc:sldMk cId="889613207" sldId="265"/>
            <ac:spMk id="2" creationId="{3B0BE5A7-B550-DC40-A1D7-C61250F2103A}"/>
          </ac:spMkLst>
        </pc:spChg>
        <pc:spChg chg="mod">
          <ac:chgData name="Alina Zogota" userId="43eac884b96ed7c6" providerId="LiveId" clId="{012EA771-21A8-40D4-969F-3799575A76D9}" dt="2025-12-14T16:21:40.338" v="885" actId="403"/>
          <ac:spMkLst>
            <pc:docMk/>
            <pc:sldMk cId="889613207" sldId="265"/>
            <ac:spMk id="7" creationId="{3327F409-198A-8576-10D8-3D0CD9549343}"/>
          </ac:spMkLst>
        </pc:spChg>
      </pc:sldChg>
      <pc:sldChg chg="addSp delSp modSp del mod addAnim delAnim">
        <pc:chgData name="Alina Zogota" userId="43eac884b96ed7c6" providerId="LiveId" clId="{012EA771-21A8-40D4-969F-3799575A76D9}" dt="2025-12-14T15:58:57.090" v="861" actId="47"/>
        <pc:sldMkLst>
          <pc:docMk/>
          <pc:sldMk cId="223654115" sldId="280"/>
        </pc:sldMkLst>
        <pc:spChg chg="add del mod">
          <ac:chgData name="Alina Zogota" userId="43eac884b96ed7c6" providerId="LiveId" clId="{012EA771-21A8-40D4-969F-3799575A76D9}" dt="2025-12-13T19:57:07.387" v="842" actId="21"/>
          <ac:spMkLst>
            <pc:docMk/>
            <pc:sldMk cId="223654115" sldId="280"/>
            <ac:spMk id="2" creationId="{32CAD117-5EA4-7C48-474F-B1E5A63D3202}"/>
          </ac:spMkLst>
        </pc:spChg>
        <pc:spChg chg="add del mod">
          <ac:chgData name="Alina Zogota" userId="43eac884b96ed7c6" providerId="LiveId" clId="{012EA771-21A8-40D4-969F-3799575A76D9}" dt="2025-12-13T19:57:07.387" v="842" actId="21"/>
          <ac:spMkLst>
            <pc:docMk/>
            <pc:sldMk cId="223654115" sldId="280"/>
            <ac:spMk id="4" creationId="{8C6FE5A7-0D99-436C-70F9-ED31A1D74056}"/>
          </ac:spMkLst>
        </pc:spChg>
      </pc:sldChg>
      <pc:sldChg chg="addSp delSp modSp del mod ord">
        <pc:chgData name="Alina Zogota" userId="43eac884b96ed7c6" providerId="LiveId" clId="{012EA771-21A8-40D4-969F-3799575A76D9}" dt="2025-12-14T16:50:49.521" v="1024" actId="47"/>
        <pc:sldMkLst>
          <pc:docMk/>
          <pc:sldMk cId="4251005959" sldId="281"/>
        </pc:sldMkLst>
        <pc:spChg chg="mod">
          <ac:chgData name="Alina Zogota" userId="43eac884b96ed7c6" providerId="LiveId" clId="{012EA771-21A8-40D4-969F-3799575A76D9}" dt="2025-12-13T18:47:19.895" v="269"/>
          <ac:spMkLst>
            <pc:docMk/>
            <pc:sldMk cId="4251005959" sldId="281"/>
            <ac:spMk id="2" creationId="{223C1A3D-4DF3-F507-3B65-E23E916BFC99}"/>
          </ac:spMkLst>
        </pc:spChg>
        <pc:spChg chg="mod">
          <ac:chgData name="Alina Zogota" userId="43eac884b96ed7c6" providerId="LiveId" clId="{012EA771-21A8-40D4-969F-3799575A76D9}" dt="2025-12-14T16:50:14.386" v="1018"/>
          <ac:spMkLst>
            <pc:docMk/>
            <pc:sldMk cId="4251005959" sldId="281"/>
            <ac:spMk id="3" creationId="{0512D8AE-B243-F847-2008-1B2BCD986FF0}"/>
          </ac:spMkLst>
        </pc:spChg>
        <pc:spChg chg="add del mod">
          <ac:chgData name="Alina Zogota" userId="43eac884b96ed7c6" providerId="LiveId" clId="{012EA771-21A8-40D4-969F-3799575A76D9}" dt="2025-12-13T19:24:06.830" v="662" actId="478"/>
          <ac:spMkLst>
            <pc:docMk/>
            <pc:sldMk cId="4251005959" sldId="281"/>
            <ac:spMk id="4" creationId="{72E98B2D-08B2-616F-F230-A79F29D050FB}"/>
          </ac:spMkLst>
        </pc:spChg>
      </pc:sldChg>
      <pc:sldChg chg="addSp delSp modSp del mod">
        <pc:chgData name="Alina Zogota" userId="43eac884b96ed7c6" providerId="LiveId" clId="{012EA771-21A8-40D4-969F-3799575A76D9}" dt="2025-12-14T18:47:41.916" v="1149" actId="47"/>
        <pc:sldMkLst>
          <pc:docMk/>
          <pc:sldMk cId="4171861219" sldId="284"/>
        </pc:sldMkLst>
        <pc:spChg chg="add mod">
          <ac:chgData name="Alina Zogota" userId="43eac884b96ed7c6" providerId="LiveId" clId="{012EA771-21A8-40D4-969F-3799575A76D9}" dt="2025-12-13T18:37:48.327" v="103" actId="20577"/>
          <ac:spMkLst>
            <pc:docMk/>
            <pc:sldMk cId="4171861219" sldId="284"/>
            <ac:spMk id="4" creationId="{96B77A66-00E8-EF0E-D49A-CE4DD68EDC54}"/>
          </ac:spMkLst>
        </pc:spChg>
      </pc:sldChg>
      <pc:sldChg chg="del">
        <pc:chgData name="Alina Zogota" userId="43eac884b96ed7c6" providerId="LiveId" clId="{012EA771-21A8-40D4-969F-3799575A76D9}" dt="2025-12-13T18:43:39.492" v="237" actId="47"/>
        <pc:sldMkLst>
          <pc:docMk/>
          <pc:sldMk cId="2346325475" sldId="285"/>
        </pc:sldMkLst>
      </pc:sldChg>
      <pc:sldChg chg="addSp delSp modSp mod ord modAnim">
        <pc:chgData name="Alina Zogota" userId="43eac884b96ed7c6" providerId="LiveId" clId="{012EA771-21A8-40D4-969F-3799575A76D9}" dt="2025-12-14T21:38:19.058" v="1484"/>
        <pc:sldMkLst>
          <pc:docMk/>
          <pc:sldMk cId="1555713158" sldId="286"/>
        </pc:sldMkLst>
        <pc:spChg chg="mod">
          <ac:chgData name="Alina Zogota" userId="43eac884b96ed7c6" providerId="LiveId" clId="{012EA771-21A8-40D4-969F-3799575A76D9}" dt="2025-12-14T20:42:50.081" v="1415" actId="1076"/>
          <ac:spMkLst>
            <pc:docMk/>
            <pc:sldMk cId="1555713158" sldId="286"/>
            <ac:spMk id="2" creationId="{BEC3E090-F65C-4956-7D34-1910BE567D65}"/>
          </ac:spMkLst>
        </pc:spChg>
        <pc:spChg chg="mod">
          <ac:chgData name="Alina Zogota" userId="43eac884b96ed7c6" providerId="LiveId" clId="{012EA771-21A8-40D4-969F-3799575A76D9}" dt="2025-12-13T19:04:03.989" v="419" actId="5793"/>
          <ac:spMkLst>
            <pc:docMk/>
            <pc:sldMk cId="1555713158" sldId="286"/>
            <ac:spMk id="5" creationId="{8A0E3C16-1E02-9CDC-B9B2-507A74172928}"/>
          </ac:spMkLst>
        </pc:spChg>
        <pc:graphicFrameChg chg="add mod modGraphic">
          <ac:chgData name="Alina Zogota" userId="43eac884b96ed7c6" providerId="LiveId" clId="{012EA771-21A8-40D4-969F-3799575A76D9}" dt="2025-12-14T19:11:24.854" v="1243" actId="20577"/>
          <ac:graphicFrameMkLst>
            <pc:docMk/>
            <pc:sldMk cId="1555713158" sldId="286"/>
            <ac:graphicFrameMk id="4" creationId="{A5911651-D332-8DB4-E26B-2BEB1588492C}"/>
          </ac:graphicFrameMkLst>
        </pc:graphicFrameChg>
        <pc:picChg chg="add del mod">
          <ac:chgData name="Alina Zogota" userId="43eac884b96ed7c6" providerId="LiveId" clId="{012EA771-21A8-40D4-969F-3799575A76D9}" dt="2025-12-13T19:09:23.916" v="471" actId="478"/>
          <ac:picMkLst>
            <pc:docMk/>
            <pc:sldMk cId="1555713158" sldId="286"/>
            <ac:picMk id="3" creationId="{3171E9BA-448E-0C52-E698-94B37817758C}"/>
          </ac:picMkLst>
        </pc:picChg>
      </pc:sldChg>
      <pc:sldChg chg="addSp delSp modSp mod ord delAnim modAnim">
        <pc:chgData name="Alina Zogota" userId="43eac884b96ed7c6" providerId="LiveId" clId="{012EA771-21A8-40D4-969F-3799575A76D9}" dt="2025-12-14T21:38:43.272" v="1489"/>
        <pc:sldMkLst>
          <pc:docMk/>
          <pc:sldMk cId="4023947592" sldId="287"/>
        </pc:sldMkLst>
        <pc:spChg chg="del mod">
          <ac:chgData name="Alina Zogota" userId="43eac884b96ed7c6" providerId="LiveId" clId="{012EA771-21A8-40D4-969F-3799575A76D9}" dt="2025-12-14T20:32:32.950" v="1303" actId="478"/>
          <ac:spMkLst>
            <pc:docMk/>
            <pc:sldMk cId="4023947592" sldId="287"/>
            <ac:spMk id="2" creationId="{F96267A1-256E-A4C0-87FD-7CBD87EE6BC1}"/>
          </ac:spMkLst>
        </pc:spChg>
        <pc:spChg chg="ord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5" creationId="{C3F2A16F-2BE8-183A-D3E9-16F069F616EF}"/>
          </ac:spMkLst>
        </pc:spChg>
        <pc:spChg chg="add del mod">
          <ac:chgData name="Alina Zogota" userId="43eac884b96ed7c6" providerId="LiveId" clId="{012EA771-21A8-40D4-969F-3799575A76D9}" dt="2025-12-14T20:33:55.565" v="1318" actId="948"/>
          <ac:spMkLst>
            <pc:docMk/>
            <pc:sldMk cId="4023947592" sldId="287"/>
            <ac:spMk id="6" creationId="{63C6AED8-1EFF-284F-6C59-106A5515B544}"/>
          </ac:spMkLst>
        </pc:spChg>
        <pc:spChg chg="del mod">
          <ac:chgData name="Alina Zogota" userId="43eac884b96ed7c6" providerId="LiveId" clId="{012EA771-21A8-40D4-969F-3799575A76D9}" dt="2025-12-14T20:31:54.863" v="1294" actId="478"/>
          <ac:spMkLst>
            <pc:docMk/>
            <pc:sldMk cId="4023947592" sldId="287"/>
            <ac:spMk id="10" creationId="{BE96F4FD-B7C0-2C79-1E00-80CF9C9BEDFC}"/>
          </ac:spMkLst>
        </pc:spChg>
        <pc:spChg chg="del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1187" creationId="{AB971789-B1F4-CC22-BBA8-C8C5EEC58873}"/>
          </ac:spMkLst>
        </pc:spChg>
        <pc:spChg chg="del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1189" creationId="{8C14AD35-C160-4642-8551-B865C5E03176}"/>
          </ac:spMkLst>
        </pc:spChg>
        <pc:spChg chg="del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1193" creationId="{770B1768-1253-11C7-E2C2-F2B4763358B1}"/>
          </ac:spMkLst>
        </pc:spChg>
        <pc:spChg chg="del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1195" creationId="{0ADDE129-D621-0B28-C120-D053E6214139}"/>
          </ac:spMkLst>
        </pc:spChg>
        <pc:spChg chg="add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1202" creationId="{7004738A-9D34-43E8-97D2-CA0EED4F8BE0}"/>
          </ac:spMkLst>
        </pc:spChg>
        <pc:spChg chg="add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1204" creationId="{B8B8D07F-F13E-443E-BA68-2D26672D76B9}"/>
          </ac:spMkLst>
        </pc:spChg>
        <pc:spChg chg="add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1206" creationId="{2813A4FA-24A5-41ED-A534-3807D1B2F344}"/>
          </ac:spMkLst>
        </pc:spChg>
        <pc:spChg chg="add">
          <ac:chgData name="Alina Zogota" userId="43eac884b96ed7c6" providerId="LiveId" clId="{012EA771-21A8-40D4-969F-3799575A76D9}" dt="2025-12-14T20:04:10.569" v="1245" actId="26606"/>
          <ac:spMkLst>
            <pc:docMk/>
            <pc:sldMk cId="4023947592" sldId="287"/>
            <ac:spMk id="1208" creationId="{C3944F27-CA70-4E84-A51A-E6BF89558979}"/>
          </ac:spMkLst>
        </pc:spChg>
        <pc:graphicFrameChg chg="add del">
          <ac:chgData name="Alina Zogota" userId="43eac884b96ed7c6" providerId="LiveId" clId="{012EA771-21A8-40D4-969F-3799575A76D9}" dt="2025-12-14T20:33:38.117" v="1314" actId="26606"/>
          <ac:graphicFrameMkLst>
            <pc:docMk/>
            <pc:sldMk cId="4023947592" sldId="287"/>
            <ac:graphicFrameMk id="1210" creationId="{4D940BE0-A258-8C18-DE24-6AE7A2E87C81}"/>
          </ac:graphicFrameMkLst>
        </pc:graphicFrameChg>
        <pc:picChg chg="add mod">
          <ac:chgData name="Alina Zogota" userId="43eac884b96ed7c6" providerId="LiveId" clId="{012EA771-21A8-40D4-969F-3799575A76D9}" dt="2025-12-14T20:44:09.688" v="1418" actId="1076"/>
          <ac:picMkLst>
            <pc:docMk/>
            <pc:sldMk cId="4023947592" sldId="287"/>
            <ac:picMk id="3" creationId="{9645E800-DDFD-0C1B-170B-1CCBB4B2F569}"/>
          </ac:picMkLst>
        </pc:picChg>
      </pc:sldChg>
      <pc:sldChg chg="delSp modSp add del mod ord modAnim">
        <pc:chgData name="Alina Zogota" userId="43eac884b96ed7c6" providerId="LiveId" clId="{012EA771-21A8-40D4-969F-3799575A76D9}" dt="2025-12-14T21:37:10.420" v="1470"/>
        <pc:sldMkLst>
          <pc:docMk/>
          <pc:sldMk cId="2095004024" sldId="289"/>
        </pc:sldMkLst>
        <pc:spChg chg="mod">
          <ac:chgData name="Alina Zogota" userId="43eac884b96ed7c6" providerId="LiveId" clId="{012EA771-21A8-40D4-969F-3799575A76D9}" dt="2025-12-14T16:44:27.927" v="1007" actId="20577"/>
          <ac:spMkLst>
            <pc:docMk/>
            <pc:sldMk cId="2095004024" sldId="289"/>
            <ac:spMk id="2" creationId="{66663562-97C8-AEC6-F9E4-0228F509E8F9}"/>
          </ac:spMkLst>
        </pc:spChg>
        <pc:graphicFrameChg chg="mod modGraphic">
          <ac:chgData name="Alina Zogota" userId="43eac884b96ed7c6" providerId="LiveId" clId="{012EA771-21A8-40D4-969F-3799575A76D9}" dt="2025-12-14T16:33:45.443" v="984"/>
          <ac:graphicFrameMkLst>
            <pc:docMk/>
            <pc:sldMk cId="2095004024" sldId="289"/>
            <ac:graphicFrameMk id="22" creationId="{72BA0739-8553-F555-B423-4D6F4A242FF3}"/>
          </ac:graphicFrameMkLst>
        </pc:graphicFrameChg>
        <pc:picChg chg="del">
          <ac:chgData name="Alina Zogota" userId="43eac884b96ed7c6" providerId="LiveId" clId="{012EA771-21A8-40D4-969F-3799575A76D9}" dt="2025-12-13T18:38:42.170" v="105" actId="478"/>
          <ac:picMkLst>
            <pc:docMk/>
            <pc:sldMk cId="2095004024" sldId="289"/>
            <ac:picMk id="3" creationId="{08ECA83E-BF12-7C49-80FF-598E25B91519}"/>
          </ac:picMkLst>
        </pc:picChg>
      </pc:sldChg>
      <pc:sldChg chg="add del">
        <pc:chgData name="Alina Zogota" userId="43eac884b96ed7c6" providerId="LiveId" clId="{012EA771-21A8-40D4-969F-3799575A76D9}" dt="2025-12-13T19:57:31.327" v="844" actId="47"/>
        <pc:sldMkLst>
          <pc:docMk/>
          <pc:sldMk cId="1448047543" sldId="290"/>
        </pc:sldMkLst>
      </pc:sldChg>
      <pc:sldChg chg="modSp mod modAnim">
        <pc:chgData name="Alina Zogota" userId="43eac884b96ed7c6" providerId="LiveId" clId="{012EA771-21A8-40D4-969F-3799575A76D9}" dt="2025-12-14T21:36:59.530" v="1468"/>
        <pc:sldMkLst>
          <pc:docMk/>
          <pc:sldMk cId="1046426940" sldId="292"/>
        </pc:sldMkLst>
        <pc:spChg chg="mod">
          <ac:chgData name="Alina Zogota" userId="43eac884b96ed7c6" providerId="LiveId" clId="{012EA771-21A8-40D4-969F-3799575A76D9}" dt="2025-12-14T20:36:28.527" v="1334" actId="14100"/>
          <ac:spMkLst>
            <pc:docMk/>
            <pc:sldMk cId="1046426940" sldId="292"/>
            <ac:spMk id="2" creationId="{416D9A7B-4A58-D135-B63C-99A94DC7ACEE}"/>
          </ac:spMkLst>
        </pc:spChg>
        <pc:spChg chg="mod">
          <ac:chgData name="Alina Zogota" userId="43eac884b96ed7c6" providerId="LiveId" clId="{012EA771-21A8-40D4-969F-3799575A76D9}" dt="2025-12-14T20:37:18.942" v="1339" actId="255"/>
          <ac:spMkLst>
            <pc:docMk/>
            <pc:sldMk cId="1046426940" sldId="292"/>
            <ac:spMk id="10" creationId="{1A04B988-4C5F-9B1D-EDCB-A6A2E33D7CBC}"/>
          </ac:spMkLst>
        </pc:spChg>
      </pc:sldChg>
      <pc:sldChg chg="modSp del mod">
        <pc:chgData name="Alina Zogota" userId="43eac884b96ed7c6" providerId="LiveId" clId="{012EA771-21A8-40D4-969F-3799575A76D9}" dt="2025-12-14T16:24:28.124" v="925" actId="47"/>
        <pc:sldMkLst>
          <pc:docMk/>
          <pc:sldMk cId="2983970048" sldId="293"/>
        </pc:sldMkLst>
        <pc:spChg chg="mod">
          <ac:chgData name="Alina Zogota" userId="43eac884b96ed7c6" providerId="LiveId" clId="{012EA771-21A8-40D4-969F-3799575A76D9}" dt="2025-12-13T18:36:03.807" v="98" actId="20577"/>
          <ac:spMkLst>
            <pc:docMk/>
            <pc:sldMk cId="2983970048" sldId="293"/>
            <ac:spMk id="3" creationId="{0512D8AE-B243-F847-2008-1B2BCD986FF0}"/>
          </ac:spMkLst>
        </pc:spChg>
      </pc:sldChg>
      <pc:sldChg chg="del">
        <pc:chgData name="Alina Zogota" userId="43eac884b96ed7c6" providerId="LiveId" clId="{012EA771-21A8-40D4-969F-3799575A76D9}" dt="2025-12-13T18:37:30.077" v="102" actId="47"/>
        <pc:sldMkLst>
          <pc:docMk/>
          <pc:sldMk cId="1211932182" sldId="294"/>
        </pc:sldMkLst>
      </pc:sldChg>
      <pc:sldChg chg="addSp delSp modSp del mod">
        <pc:chgData name="Alina Zogota" userId="43eac884b96ed7c6" providerId="LiveId" clId="{012EA771-21A8-40D4-969F-3799575A76D9}" dt="2025-12-14T16:39:12.930" v="996" actId="47"/>
        <pc:sldMkLst>
          <pc:docMk/>
          <pc:sldMk cId="3066340663" sldId="295"/>
        </pc:sldMkLst>
        <pc:spChg chg="mod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2" creationId="{46EF1B72-DB0E-139B-0DC1-8A3963BBE801}"/>
          </ac:spMkLst>
        </pc:spChg>
        <pc:spChg chg="mod">
          <ac:chgData name="Alina Zogota" userId="43eac884b96ed7c6" providerId="LiveId" clId="{012EA771-21A8-40D4-969F-3799575A76D9}" dt="2025-12-13T18:36:41.619" v="101" actId="33524"/>
          <ac:spMkLst>
            <pc:docMk/>
            <pc:sldMk cId="3066340663" sldId="295"/>
            <ac:spMk id="10" creationId="{DB63DE0C-74E6-692E-7A1E-0001143FA099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183" creationId="{96720746-063F-53DF-EA82-7AE4F0EB9E07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189" creationId="{2AB53F80-8C84-EC6F-C0AF-2734782D2BB8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193" creationId="{6EF471F6-E13F-E36D-8C54-ADF9C6B9E06E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195" creationId="{00211CBA-BFA7-65A4-F968-A6D615B686C0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200" creationId="{09588DA8-065E-4F6F-8EFD-43104AB2E0CF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202" creationId="{C4285719-470E-454C-AF62-8323075F1F5B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206" creationId="{4300840D-0A0B-4512-BACA-B439D5B9C57C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208" creationId="{D2B78728-A580-49A7-84F9-6EF6F583ADE0}"/>
          </ac:spMkLst>
        </pc:spChg>
        <pc:spChg chg="add del">
          <ac:chgData name="Alina Zogota" userId="43eac884b96ed7c6" providerId="LiveId" clId="{012EA771-21A8-40D4-969F-3799575A76D9}" dt="2025-12-13T19:27:59.743" v="699" actId="26606"/>
          <ac:spMkLst>
            <pc:docMk/>
            <pc:sldMk cId="3066340663" sldId="295"/>
            <ac:spMk id="1210" creationId="{38FAA1A1-D861-433F-88FA-1E9D6FD31D11}"/>
          </ac:spMkLst>
        </pc:spChg>
      </pc:sldChg>
      <pc:sldChg chg="modSp add del mod">
        <pc:chgData name="Alina Zogota" userId="43eac884b96ed7c6" providerId="LiveId" clId="{012EA771-21A8-40D4-969F-3799575A76D9}" dt="2025-12-14T18:57:14.198" v="1211" actId="47"/>
        <pc:sldMkLst>
          <pc:docMk/>
          <pc:sldMk cId="1774657144" sldId="296"/>
        </pc:sldMkLst>
      </pc:sldChg>
      <pc:sldChg chg="add del">
        <pc:chgData name="Alina Zogota" userId="43eac884b96ed7c6" providerId="LiveId" clId="{012EA771-21A8-40D4-969F-3799575A76D9}" dt="2025-12-13T19:23:41.361" v="659" actId="47"/>
        <pc:sldMkLst>
          <pc:docMk/>
          <pc:sldMk cId="4290746575" sldId="297"/>
        </pc:sldMkLst>
      </pc:sldChg>
      <pc:sldChg chg="modSp add mod ord modAnim">
        <pc:chgData name="Alina Zogota" userId="43eac884b96ed7c6" providerId="LiveId" clId="{012EA771-21A8-40D4-969F-3799575A76D9}" dt="2025-12-14T21:37:33.056" v="1474"/>
        <pc:sldMkLst>
          <pc:docMk/>
          <pc:sldMk cId="2584965490" sldId="298"/>
        </pc:sldMkLst>
        <pc:spChg chg="mod">
          <ac:chgData name="Alina Zogota" userId="43eac884b96ed7c6" providerId="LiveId" clId="{012EA771-21A8-40D4-969F-3799575A76D9}" dt="2025-12-14T18:34:53.759" v="1124" actId="20577"/>
          <ac:spMkLst>
            <pc:docMk/>
            <pc:sldMk cId="2584965490" sldId="298"/>
            <ac:spMk id="2" creationId="{8CBB70E3-F26D-416D-7E81-AF4B618F9A92}"/>
          </ac:spMkLst>
        </pc:spChg>
        <pc:spChg chg="mod">
          <ac:chgData name="Alina Zogota" userId="43eac884b96ed7c6" providerId="LiveId" clId="{012EA771-21A8-40D4-969F-3799575A76D9}" dt="2025-12-14T20:40:19.254" v="1389" actId="255"/>
          <ac:spMkLst>
            <pc:docMk/>
            <pc:sldMk cId="2584965490" sldId="298"/>
            <ac:spMk id="5" creationId="{5CF25F4B-FCA9-768A-BE31-9BAFC7F64256}"/>
          </ac:spMkLst>
        </pc:spChg>
      </pc:sldChg>
      <pc:sldChg chg="modSp add mod ord modAnim">
        <pc:chgData name="Alina Zogota" userId="43eac884b96ed7c6" providerId="LiveId" clId="{012EA771-21A8-40D4-969F-3799575A76D9}" dt="2025-12-14T21:37:25.301" v="1473"/>
        <pc:sldMkLst>
          <pc:docMk/>
          <pc:sldMk cId="1097205207" sldId="299"/>
        </pc:sldMkLst>
        <pc:spChg chg="mod">
          <ac:chgData name="Alina Zogota" userId="43eac884b96ed7c6" providerId="LiveId" clId="{012EA771-21A8-40D4-969F-3799575A76D9}" dt="2025-12-14T20:39:05.992" v="1362" actId="404"/>
          <ac:spMkLst>
            <pc:docMk/>
            <pc:sldMk cId="1097205207" sldId="299"/>
            <ac:spMk id="2" creationId="{86E8526C-1A1E-A9DF-38BA-495581005688}"/>
          </ac:spMkLst>
        </pc:spChg>
        <pc:spChg chg="mod">
          <ac:chgData name="Alina Zogota" userId="43eac884b96ed7c6" providerId="LiveId" clId="{012EA771-21A8-40D4-969F-3799575A76D9}" dt="2025-12-14T20:38:55.679" v="1359" actId="113"/>
          <ac:spMkLst>
            <pc:docMk/>
            <pc:sldMk cId="1097205207" sldId="299"/>
            <ac:spMk id="10" creationId="{AD6BA6F3-8BE8-CDEC-6EE1-5B3B80D39EE9}"/>
          </ac:spMkLst>
        </pc:spChg>
      </pc:sldChg>
      <pc:sldChg chg="delSp add del mod">
        <pc:chgData name="Alina Zogota" userId="43eac884b96ed7c6" providerId="LiveId" clId="{012EA771-21A8-40D4-969F-3799575A76D9}" dt="2025-12-13T18:53:21.825" v="339" actId="47"/>
        <pc:sldMkLst>
          <pc:docMk/>
          <pc:sldMk cId="913470936" sldId="300"/>
        </pc:sldMkLst>
        <pc:picChg chg="del">
          <ac:chgData name="Alina Zogota" userId="43eac884b96ed7c6" providerId="LiveId" clId="{012EA771-21A8-40D4-969F-3799575A76D9}" dt="2025-12-13T18:20:24.457" v="73" actId="478"/>
          <ac:picMkLst>
            <pc:docMk/>
            <pc:sldMk cId="913470936" sldId="300"/>
            <ac:picMk id="6" creationId="{39090DA5-B5BF-B864-2305-F3E474BDA399}"/>
          </ac:picMkLst>
        </pc:picChg>
        <pc:picChg chg="del">
          <ac:chgData name="Alina Zogota" userId="43eac884b96ed7c6" providerId="LiveId" clId="{012EA771-21A8-40D4-969F-3799575A76D9}" dt="2025-12-13T18:20:23.741" v="72" actId="478"/>
          <ac:picMkLst>
            <pc:docMk/>
            <pc:sldMk cId="913470936" sldId="300"/>
            <ac:picMk id="9" creationId="{7F0ACA90-5259-A80B-5434-A425F6BBFB9B}"/>
          </ac:picMkLst>
        </pc:picChg>
      </pc:sldChg>
      <pc:sldChg chg="addSp delSp modSp add del mod">
        <pc:chgData name="Alina Zogota" userId="43eac884b96ed7c6" providerId="LiveId" clId="{012EA771-21A8-40D4-969F-3799575A76D9}" dt="2025-12-14T20:31:40.602" v="1287" actId="47"/>
        <pc:sldMkLst>
          <pc:docMk/>
          <pc:sldMk cId="2153501979" sldId="301"/>
        </pc:sldMkLst>
        <pc:spChg chg="mod">
          <ac:chgData name="Alina Zogota" userId="43eac884b96ed7c6" providerId="LiveId" clId="{012EA771-21A8-40D4-969F-3799575A76D9}" dt="2025-12-13T19:35:58.303" v="770" actId="14100"/>
          <ac:spMkLst>
            <pc:docMk/>
            <pc:sldMk cId="2153501979" sldId="301"/>
            <ac:spMk id="2" creationId="{3B0BE5A7-B550-DC40-A1D7-C61250F2103A}"/>
          </ac:spMkLst>
        </pc:spChg>
        <pc:spChg chg="mod">
          <ac:chgData name="Alina Zogota" userId="43eac884b96ed7c6" providerId="LiveId" clId="{012EA771-21A8-40D4-969F-3799575A76D9}" dt="2025-12-13T19:36:45.418" v="783" actId="20577"/>
          <ac:spMkLst>
            <pc:docMk/>
            <pc:sldMk cId="2153501979" sldId="301"/>
            <ac:spMk id="3" creationId="{4762C966-2E96-9BBC-1D37-71A682234FEB}"/>
          </ac:spMkLst>
        </pc:spChg>
        <pc:spChg chg="add">
          <ac:chgData name="Alina Zogota" userId="43eac884b96ed7c6" providerId="LiveId" clId="{012EA771-21A8-40D4-969F-3799575A76D9}" dt="2025-12-13T19:36:09.991" v="771"/>
          <ac:spMkLst>
            <pc:docMk/>
            <pc:sldMk cId="2153501979" sldId="301"/>
            <ac:spMk id="5" creationId="{434CCD0C-0AF4-3917-66A0-2DF282CE3C99}"/>
          </ac:spMkLst>
        </pc:spChg>
        <pc:picChg chg="del">
          <ac:chgData name="Alina Zogota" userId="43eac884b96ed7c6" providerId="LiveId" clId="{012EA771-21A8-40D4-969F-3799575A76D9}" dt="2025-12-13T18:20:21.390" v="71" actId="478"/>
          <ac:picMkLst>
            <pc:docMk/>
            <pc:sldMk cId="2153501979" sldId="301"/>
            <ac:picMk id="4" creationId="{15332127-34CB-7BFB-D34C-32F309CB7FA7}"/>
          </ac:picMkLst>
        </pc:picChg>
      </pc:sldChg>
      <pc:sldChg chg="delSp add del mod">
        <pc:chgData name="Alina Zogota" userId="43eac884b96ed7c6" providerId="LiveId" clId="{012EA771-21A8-40D4-969F-3799575A76D9}" dt="2025-12-13T19:57:39.766" v="845" actId="47"/>
        <pc:sldMkLst>
          <pc:docMk/>
          <pc:sldMk cId="866236775" sldId="302"/>
        </pc:sldMkLst>
        <pc:picChg chg="del">
          <ac:chgData name="Alina Zogota" userId="43eac884b96ed7c6" providerId="LiveId" clId="{012EA771-21A8-40D4-969F-3799575A76D9}" dt="2025-12-13T18:20:05.808" v="68" actId="478"/>
          <ac:picMkLst>
            <pc:docMk/>
            <pc:sldMk cId="866236775" sldId="302"/>
            <ac:picMk id="3" creationId="{B33315A7-1182-E657-E6E0-94B3A9554428}"/>
          </ac:picMkLst>
        </pc:picChg>
      </pc:sldChg>
      <pc:sldChg chg="delSp add del mod">
        <pc:chgData name="Alina Zogota" userId="43eac884b96ed7c6" providerId="LiveId" clId="{012EA771-21A8-40D4-969F-3799575A76D9}" dt="2025-12-13T19:38:13.329" v="790" actId="47"/>
        <pc:sldMkLst>
          <pc:docMk/>
          <pc:sldMk cId="640026510" sldId="303"/>
        </pc:sldMkLst>
        <pc:picChg chg="del">
          <ac:chgData name="Alina Zogota" userId="43eac884b96ed7c6" providerId="LiveId" clId="{012EA771-21A8-40D4-969F-3799575A76D9}" dt="2025-12-13T18:19:54.639" v="67" actId="478"/>
          <ac:picMkLst>
            <pc:docMk/>
            <pc:sldMk cId="640026510" sldId="303"/>
            <ac:picMk id="3" creationId="{4E0ADCBC-7AF9-BCDF-D8F6-E2882E14D325}"/>
          </ac:picMkLst>
        </pc:picChg>
      </pc:sldChg>
      <pc:sldChg chg="delSp add del mod">
        <pc:chgData name="Alina Zogota" userId="43eac884b96ed7c6" providerId="LiveId" clId="{012EA771-21A8-40D4-969F-3799575A76D9}" dt="2025-12-13T19:38:06.909" v="789" actId="47"/>
        <pc:sldMkLst>
          <pc:docMk/>
          <pc:sldMk cId="837133677" sldId="304"/>
        </pc:sldMkLst>
        <pc:picChg chg="del">
          <ac:chgData name="Alina Zogota" userId="43eac884b96ed7c6" providerId="LiveId" clId="{012EA771-21A8-40D4-969F-3799575A76D9}" dt="2025-12-13T18:19:48.869" v="65" actId="478"/>
          <ac:picMkLst>
            <pc:docMk/>
            <pc:sldMk cId="837133677" sldId="304"/>
            <ac:picMk id="3" creationId="{304BE16F-91A7-04D6-CB7E-646A7F25EDE4}"/>
          </ac:picMkLst>
        </pc:picChg>
      </pc:sldChg>
      <pc:sldChg chg="addSp delSp modSp add del mod modAnim">
        <pc:chgData name="Alina Zogota" userId="43eac884b96ed7c6" providerId="LiveId" clId="{012EA771-21A8-40D4-969F-3799575A76D9}" dt="2025-12-14T20:09:31.507" v="1268" actId="47"/>
        <pc:sldMkLst>
          <pc:docMk/>
          <pc:sldMk cId="1358833465" sldId="305"/>
        </pc:sldMkLst>
        <pc:spChg chg="mod">
          <ac:chgData name="Alina Zogota" userId="43eac884b96ed7c6" providerId="LiveId" clId="{012EA771-21A8-40D4-969F-3799575A76D9}" dt="2025-12-14T20:09:00.378" v="1265"/>
          <ac:spMkLst>
            <pc:docMk/>
            <pc:sldMk cId="1358833465" sldId="305"/>
            <ac:spMk id="2" creationId="{F96267A1-256E-A4C0-87FD-7CBD87EE6BC1}"/>
          </ac:spMkLst>
        </pc:spChg>
        <pc:spChg chg="del mod">
          <ac:chgData name="Alina Zogota" userId="43eac884b96ed7c6" providerId="LiveId" clId="{012EA771-21A8-40D4-969F-3799575A76D9}" dt="2025-12-13T19:54:18.256" v="814" actId="478"/>
          <ac:spMkLst>
            <pc:docMk/>
            <pc:sldMk cId="1358833465" sldId="305"/>
            <ac:spMk id="5" creationId="{C3F2A16F-2BE8-183A-D3E9-16F069F616EF}"/>
          </ac:spMkLst>
        </pc:spChg>
        <pc:spChg chg="add del">
          <ac:chgData name="Alina Zogota" userId="43eac884b96ed7c6" providerId="LiveId" clId="{012EA771-21A8-40D4-969F-3799575A76D9}" dt="2025-12-13T19:56:37.858" v="835" actId="22"/>
          <ac:spMkLst>
            <pc:docMk/>
            <pc:sldMk cId="1358833465" sldId="305"/>
            <ac:spMk id="7" creationId="{C32818C5-D47E-6B45-F2C2-EE1E91CF6C7E}"/>
          </ac:spMkLst>
        </pc:spChg>
        <pc:spChg chg="add mod">
          <ac:chgData name="Alina Zogota" userId="43eac884b96ed7c6" providerId="LiveId" clId="{012EA771-21A8-40D4-969F-3799575A76D9}" dt="2025-12-13T19:57:06.657" v="841"/>
          <ac:spMkLst>
            <pc:docMk/>
            <pc:sldMk cId="1358833465" sldId="305"/>
            <ac:spMk id="8" creationId="{32CAD117-5EA4-7C48-474F-B1E5A63D3202}"/>
          </ac:spMkLst>
        </pc:spChg>
        <pc:spChg chg="del">
          <ac:chgData name="Alina Zogota" userId="43eac884b96ed7c6" providerId="LiveId" clId="{012EA771-21A8-40D4-969F-3799575A76D9}" dt="2025-12-13T19:53:47.718" v="808" actId="26606"/>
          <ac:spMkLst>
            <pc:docMk/>
            <pc:sldMk cId="1358833465" sldId="305"/>
            <ac:spMk id="1183" creationId="{56CFA1C2-EE76-70AC-5EA6-C01B84BF7109}"/>
          </ac:spMkLst>
        </pc:spChg>
        <pc:spChg chg="del">
          <ac:chgData name="Alina Zogota" userId="43eac884b96ed7c6" providerId="LiveId" clId="{012EA771-21A8-40D4-969F-3799575A76D9}" dt="2025-12-13T19:53:47.718" v="808" actId="26606"/>
          <ac:spMkLst>
            <pc:docMk/>
            <pc:sldMk cId="1358833465" sldId="305"/>
            <ac:spMk id="1187" creationId="{AB971789-B1F4-CC22-BBA8-C8C5EEC58873}"/>
          </ac:spMkLst>
        </pc:spChg>
        <pc:spChg chg="del">
          <ac:chgData name="Alina Zogota" userId="43eac884b96ed7c6" providerId="LiveId" clId="{012EA771-21A8-40D4-969F-3799575A76D9}" dt="2025-12-13T19:53:47.718" v="808" actId="26606"/>
          <ac:spMkLst>
            <pc:docMk/>
            <pc:sldMk cId="1358833465" sldId="305"/>
            <ac:spMk id="1189" creationId="{8C14AD35-C160-4642-8551-B865C5E03176}"/>
          </ac:spMkLst>
        </pc:spChg>
        <pc:spChg chg="del">
          <ac:chgData name="Alina Zogota" userId="43eac884b96ed7c6" providerId="LiveId" clId="{012EA771-21A8-40D4-969F-3799575A76D9}" dt="2025-12-13T19:53:47.718" v="808" actId="26606"/>
          <ac:spMkLst>
            <pc:docMk/>
            <pc:sldMk cId="1358833465" sldId="305"/>
            <ac:spMk id="1191" creationId="{12EC26F4-D499-82E9-98A3-6F84E116F1ED}"/>
          </ac:spMkLst>
        </pc:spChg>
        <pc:spChg chg="del">
          <ac:chgData name="Alina Zogota" userId="43eac884b96ed7c6" providerId="LiveId" clId="{012EA771-21A8-40D4-969F-3799575A76D9}" dt="2025-12-13T19:53:47.718" v="808" actId="26606"/>
          <ac:spMkLst>
            <pc:docMk/>
            <pc:sldMk cId="1358833465" sldId="305"/>
            <ac:spMk id="1195" creationId="{0ADDE129-D621-0B28-C120-D053E6214139}"/>
          </ac:spMkLst>
        </pc:spChg>
        <pc:spChg chg="del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00" creationId="{C4285719-470E-454C-AF62-8323075F1F5B}"/>
          </ac:spMkLst>
        </pc:spChg>
        <pc:spChg chg="add del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02" creationId="{CD9FE4EF-C4D8-49A0-B2FF-81D8DB7D8A24}"/>
          </ac:spMkLst>
        </pc:spChg>
        <pc:spChg chg="add del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04" creationId="{4300840D-0A0B-4512-BACA-B439D5B9C57C}"/>
          </ac:spMkLst>
        </pc:spChg>
        <pc:spChg chg="add del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08" creationId="{38FAA1A1-D861-433F-88FA-1E9D6FD31D11}"/>
          </ac:spMkLst>
        </pc:spChg>
        <pc:spChg chg="add del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10" creationId="{8D71EDA1-87BF-4D5D-AB79-F346FD19278A}"/>
          </ac:spMkLst>
        </pc:spChg>
        <pc:spChg chg="add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15" creationId="{A8384FB5-9ADC-4DDC-881B-597D56F5B15D}"/>
          </ac:spMkLst>
        </pc:spChg>
        <pc:spChg chg="add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17" creationId="{BC05CA36-AD6A-4ABF-9A05-52E5A143D2BB}"/>
          </ac:spMkLst>
        </pc:spChg>
        <pc:spChg chg="add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19" creationId="{D4331EE8-85A4-4588-8D9E-70E534D477DB}"/>
          </ac:spMkLst>
        </pc:spChg>
        <pc:spChg chg="add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21" creationId="{49D6C862-61CC-4B46-8080-96583D653BAB}"/>
          </ac:spMkLst>
        </pc:spChg>
        <pc:spChg chg="add">
          <ac:chgData name="Alina Zogota" userId="43eac884b96ed7c6" providerId="LiveId" clId="{012EA771-21A8-40D4-969F-3799575A76D9}" dt="2025-12-13T19:55:35.045" v="832" actId="26606"/>
          <ac:spMkLst>
            <pc:docMk/>
            <pc:sldMk cId="1358833465" sldId="305"/>
            <ac:spMk id="1223" creationId="{E37EECFC-A684-4391-AE85-4CDAF5565F61}"/>
          </ac:spMkLst>
        </pc:spChg>
        <pc:picChg chg="del">
          <ac:chgData name="Alina Zogota" userId="43eac884b96ed7c6" providerId="LiveId" clId="{012EA771-21A8-40D4-969F-3799575A76D9}" dt="2025-12-13T18:19:52.532" v="66" actId="478"/>
          <ac:picMkLst>
            <pc:docMk/>
            <pc:sldMk cId="1358833465" sldId="305"/>
            <ac:picMk id="3" creationId="{46DAB3C0-1C42-3AAF-2616-C309C543FAF2}"/>
          </ac:picMkLst>
        </pc:picChg>
        <pc:picChg chg="add mod">
          <ac:chgData name="Alina Zogota" userId="43eac884b96ed7c6" providerId="LiveId" clId="{012EA771-21A8-40D4-969F-3799575A76D9}" dt="2025-12-14T20:09:18.889" v="1267" actId="1076"/>
          <ac:picMkLst>
            <pc:docMk/>
            <pc:sldMk cId="1358833465" sldId="305"/>
            <ac:picMk id="3" creationId="{524815AB-E3E1-02B9-7641-B7E7AADA54CB}"/>
          </ac:picMkLst>
        </pc:picChg>
        <pc:picChg chg="add del mod">
          <ac:chgData name="Alina Zogota" userId="43eac884b96ed7c6" providerId="LiveId" clId="{012EA771-21A8-40D4-969F-3799575A76D9}" dt="2025-12-14T20:08:33.961" v="1261" actId="478"/>
          <ac:picMkLst>
            <pc:docMk/>
            <pc:sldMk cId="1358833465" sldId="305"/>
            <ac:picMk id="4" creationId="{01A98361-AE61-2992-7443-5617C0760D27}"/>
          </ac:picMkLst>
        </pc:picChg>
      </pc:sldChg>
      <pc:sldChg chg="delSp modSp add mod setBg modAnim delDesignElem">
        <pc:chgData name="Alina Zogota" userId="43eac884b96ed7c6" providerId="LiveId" clId="{012EA771-21A8-40D4-969F-3799575A76D9}" dt="2025-12-14T21:37:46.718" v="1478"/>
        <pc:sldMkLst>
          <pc:docMk/>
          <pc:sldMk cId="1127771469" sldId="306"/>
        </pc:sldMkLst>
        <pc:spChg chg="mod">
          <ac:chgData name="Alina Zogota" userId="43eac884b96ed7c6" providerId="LiveId" clId="{012EA771-21A8-40D4-969F-3799575A76D9}" dt="2025-12-13T18:53:51.814" v="342"/>
          <ac:spMkLst>
            <pc:docMk/>
            <pc:sldMk cId="1127771469" sldId="306"/>
            <ac:spMk id="2" creationId="{16ED1E23-1651-F441-7137-00959807C4B1}"/>
          </ac:spMkLst>
        </pc:spChg>
        <pc:spChg chg="del">
          <ac:chgData name="Alina Zogota" userId="43eac884b96ed7c6" providerId="LiveId" clId="{012EA771-21A8-40D4-969F-3799575A76D9}" dt="2025-12-13T18:53:42.803" v="341"/>
          <ac:spMkLst>
            <pc:docMk/>
            <pc:sldMk cId="1127771469" sldId="306"/>
            <ac:spMk id="48" creationId="{5C6BF2DB-4DB5-7F7E-8E51-F8FE9DC159B5}"/>
          </ac:spMkLst>
        </pc:spChg>
        <pc:graphicFrameChg chg="mod modGraphic">
          <ac:chgData name="Alina Zogota" userId="43eac884b96ed7c6" providerId="LiveId" clId="{012EA771-21A8-40D4-969F-3799575A76D9}" dt="2025-12-14T20:41:28.509" v="1405" actId="255"/>
          <ac:graphicFrameMkLst>
            <pc:docMk/>
            <pc:sldMk cId="1127771469" sldId="306"/>
            <ac:graphicFrameMk id="22" creationId="{A473F3B4-6723-B8CB-16D3-644F9AB478AB}"/>
          </ac:graphicFrameMkLst>
        </pc:graphicFrameChg>
      </pc:sldChg>
      <pc:sldChg chg="addSp delSp modSp add mod ord modAnim">
        <pc:chgData name="Alina Zogota" userId="43eac884b96ed7c6" providerId="LiveId" clId="{012EA771-21A8-40D4-969F-3799575A76D9}" dt="2025-12-14T21:37:40.189" v="1476"/>
        <pc:sldMkLst>
          <pc:docMk/>
          <pc:sldMk cId="801961913" sldId="307"/>
        </pc:sldMkLst>
        <pc:spChg chg="mod">
          <ac:chgData name="Alina Zogota" userId="43eac884b96ed7c6" providerId="LiveId" clId="{012EA771-21A8-40D4-969F-3799575A76D9}" dt="2025-12-14T18:57:05.280" v="1210" actId="20577"/>
          <ac:spMkLst>
            <pc:docMk/>
            <pc:sldMk cId="801961913" sldId="307"/>
            <ac:spMk id="2" creationId="{CCEC72B5-6D2C-06C3-3BD3-99B2E336917B}"/>
          </ac:spMkLst>
        </pc:spChg>
        <pc:spChg chg="mod ord">
          <ac:chgData name="Alina Zogota" userId="43eac884b96ed7c6" providerId="LiveId" clId="{012EA771-21A8-40D4-969F-3799575A76D9}" dt="2025-12-13T18:57:59.407" v="386" actId="26606"/>
          <ac:spMkLst>
            <pc:docMk/>
            <pc:sldMk cId="801961913" sldId="307"/>
            <ac:spMk id="5" creationId="{3B08B176-AFFD-050C-DD49-7BE5A7DF17EE}"/>
          </ac:spMkLst>
        </pc:spChg>
        <pc:spChg chg="add del mod">
          <ac:chgData name="Alina Zogota" userId="43eac884b96ed7c6" providerId="LiveId" clId="{012EA771-21A8-40D4-969F-3799575A76D9}" dt="2025-12-13T18:58:49.586" v="391" actId="22"/>
          <ac:spMkLst>
            <pc:docMk/>
            <pc:sldMk cId="801961913" sldId="307"/>
            <ac:spMk id="6" creationId="{55521F67-6E51-AA54-6000-7C2AC3E3F8B9}"/>
          </ac:spMkLst>
        </pc:spChg>
        <pc:spChg chg="del">
          <ac:chgData name="Alina Zogota" userId="43eac884b96ed7c6" providerId="LiveId" clId="{012EA771-21A8-40D4-969F-3799575A76D9}" dt="2025-12-13T18:57:59.407" v="386" actId="26606"/>
          <ac:spMkLst>
            <pc:docMk/>
            <pc:sldMk cId="801961913" sldId="307"/>
            <ac:spMk id="1185" creationId="{CCEF9D62-1C41-5D2D-FA59-6953017E27A6}"/>
          </ac:spMkLst>
        </pc:spChg>
        <pc:spChg chg="del">
          <ac:chgData name="Alina Zogota" userId="43eac884b96ed7c6" providerId="LiveId" clId="{012EA771-21A8-40D4-969F-3799575A76D9}" dt="2025-12-13T18:57:59.407" v="386" actId="26606"/>
          <ac:spMkLst>
            <pc:docMk/>
            <pc:sldMk cId="801961913" sldId="307"/>
            <ac:spMk id="1187" creationId="{A56B713E-8851-B086-D23B-38B87155924A}"/>
          </ac:spMkLst>
        </pc:spChg>
        <pc:spChg chg="del">
          <ac:chgData name="Alina Zogota" userId="43eac884b96ed7c6" providerId="LiveId" clId="{012EA771-21A8-40D4-969F-3799575A76D9}" dt="2025-12-13T18:57:59.407" v="386" actId="26606"/>
          <ac:spMkLst>
            <pc:docMk/>
            <pc:sldMk cId="801961913" sldId="307"/>
            <ac:spMk id="1193" creationId="{E7B95228-2AE6-3E66-F3BB-E5FA5A581853}"/>
          </ac:spMkLst>
        </pc:spChg>
        <pc:spChg chg="del">
          <ac:chgData name="Alina Zogota" userId="43eac884b96ed7c6" providerId="LiveId" clId="{012EA771-21A8-40D4-969F-3799575A76D9}" dt="2025-12-13T18:57:59.407" v="386" actId="26606"/>
          <ac:spMkLst>
            <pc:docMk/>
            <pc:sldMk cId="801961913" sldId="307"/>
            <ac:spMk id="1195" creationId="{F1AFC8E6-BAEF-4FCF-F2F3-58FF035A809C}"/>
          </ac:spMkLst>
        </pc:spChg>
        <pc:spChg chg="add del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00" creationId="{A8384FB5-9ADC-4DDC-881B-597D56F5B15D}"/>
          </ac:spMkLst>
        </pc:spChg>
        <pc:spChg chg="add del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02" creationId="{91E5A9A7-95C6-4F4F-B00E-C82E07FE62EF}"/>
          </ac:spMkLst>
        </pc:spChg>
        <pc:spChg chg="add del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04" creationId="{D07DD2DE-F619-49DD-B5E7-03A290FF4ED1}"/>
          </ac:spMkLst>
        </pc:spChg>
        <pc:spChg chg="add del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06" creationId="{85149191-5F60-4A28-AAFF-039F96B0F3EC}"/>
          </ac:spMkLst>
        </pc:spChg>
        <pc:spChg chg="add del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08" creationId="{F8260ED5-17F7-4158-B241-D51DD4CF1B7E}"/>
          </ac:spMkLst>
        </pc:spChg>
        <pc:spChg chg="add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11" creationId="{AB5E08C4-8CDD-4623-A5B8-E998C6DEE3B7}"/>
          </ac:spMkLst>
        </pc:spChg>
        <pc:spChg chg="add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12" creationId="{15F33878-D502-4FFA-8ACE-F2AECDB2A23F}"/>
          </ac:spMkLst>
        </pc:spChg>
        <pc:spChg chg="add del">
          <ac:chgData name="Alina Zogota" userId="43eac884b96ed7c6" providerId="LiveId" clId="{012EA771-21A8-40D4-969F-3799575A76D9}" dt="2025-12-14T18:56:48.059" v="1208" actId="26606"/>
          <ac:spMkLst>
            <pc:docMk/>
            <pc:sldMk cId="801961913" sldId="307"/>
            <ac:spMk id="1213" creationId="{2151139A-886F-4B97-8815-729AD3831BBD}"/>
          </ac:spMkLst>
        </pc:spChg>
        <pc:spChg chg="add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14" creationId="{D3539FEE-81D3-4406-802E-60B20B16F4F6}"/>
          </ac:spMkLst>
        </pc:spChg>
        <pc:spChg chg="add del">
          <ac:chgData name="Alina Zogota" userId="43eac884b96ed7c6" providerId="LiveId" clId="{012EA771-21A8-40D4-969F-3799575A76D9}" dt="2025-12-14T18:56:48.059" v="1208" actId="26606"/>
          <ac:spMkLst>
            <pc:docMk/>
            <pc:sldMk cId="801961913" sldId="307"/>
            <ac:spMk id="1215" creationId="{AB5E08C4-8CDD-4623-A5B8-E998C6DEE3B7}"/>
          </ac:spMkLst>
        </pc:spChg>
        <pc:spChg chg="add">
          <ac:chgData name="Alina Zogota" userId="43eac884b96ed7c6" providerId="LiveId" clId="{012EA771-21A8-40D4-969F-3799575A76D9}" dt="2025-12-14T18:57:00.204" v="1209" actId="26606"/>
          <ac:spMkLst>
            <pc:docMk/>
            <pc:sldMk cId="801961913" sldId="307"/>
            <ac:spMk id="1216" creationId="{DC701763-729E-462F-A5A8-E0DEFEB1E2E4}"/>
          </ac:spMkLst>
        </pc:spChg>
        <pc:spChg chg="add del">
          <ac:chgData name="Alina Zogota" userId="43eac884b96ed7c6" providerId="LiveId" clId="{012EA771-21A8-40D4-969F-3799575A76D9}" dt="2025-12-14T18:56:48.059" v="1208" actId="26606"/>
          <ac:spMkLst>
            <pc:docMk/>
            <pc:sldMk cId="801961913" sldId="307"/>
            <ac:spMk id="1219" creationId="{D3539FEE-81D3-4406-802E-60B20B16F4F6}"/>
          </ac:spMkLst>
        </pc:spChg>
        <pc:spChg chg="add del">
          <ac:chgData name="Alina Zogota" userId="43eac884b96ed7c6" providerId="LiveId" clId="{012EA771-21A8-40D4-969F-3799575A76D9}" dt="2025-12-14T18:56:48.059" v="1208" actId="26606"/>
          <ac:spMkLst>
            <pc:docMk/>
            <pc:sldMk cId="801961913" sldId="307"/>
            <ac:spMk id="1221" creationId="{DC701763-729E-462F-A5A8-E0DEFEB1E2E4}"/>
          </ac:spMkLst>
        </pc:spChg>
        <pc:picChg chg="add mod">
          <ac:chgData name="Alina Zogota" userId="43eac884b96ed7c6" providerId="LiveId" clId="{012EA771-21A8-40D4-969F-3799575A76D9}" dt="2025-12-13T18:58:50.136" v="392" actId="14100"/>
          <ac:picMkLst>
            <pc:docMk/>
            <pc:sldMk cId="801961913" sldId="307"/>
            <ac:picMk id="3" creationId="{C73D0CB7-C384-D034-0C69-F68318C797C8}"/>
          </ac:picMkLst>
        </pc:picChg>
        <pc:picChg chg="add mod">
          <ac:chgData name="Alina Zogota" userId="43eac884b96ed7c6" providerId="LiveId" clId="{012EA771-21A8-40D4-969F-3799575A76D9}" dt="2025-12-14T18:53:40.578" v="1207" actId="27614"/>
          <ac:picMkLst>
            <pc:docMk/>
            <pc:sldMk cId="801961913" sldId="307"/>
            <ac:picMk id="4" creationId="{F526DCEE-4012-AE44-37BE-49FEECB26C12}"/>
          </ac:picMkLst>
        </pc:picChg>
      </pc:sldChg>
      <pc:sldChg chg="addSp delSp modSp add del mod ord">
        <pc:chgData name="Alina Zogota" userId="43eac884b96ed7c6" providerId="LiveId" clId="{012EA771-21A8-40D4-969F-3799575A76D9}" dt="2025-12-14T18:52:31.637" v="1205" actId="47"/>
        <pc:sldMkLst>
          <pc:docMk/>
          <pc:sldMk cId="902782660" sldId="308"/>
        </pc:sldMkLst>
        <pc:spChg chg="mod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2" creationId="{BF79EB2A-06C4-49BB-2763-D434656E002A}"/>
          </ac:spMkLst>
        </pc:spChg>
        <pc:spChg chg="ord">
          <ac:chgData name="Alina Zogota" userId="43eac884b96ed7c6" providerId="LiveId" clId="{012EA771-21A8-40D4-969F-3799575A76D9}" dt="2025-12-13T19:00:43.195" v="399" actId="26606"/>
          <ac:spMkLst>
            <pc:docMk/>
            <pc:sldMk cId="902782660" sldId="308"/>
            <ac:spMk id="5" creationId="{E39A8CFD-0D67-6ED0-C475-22F26C4C7172}"/>
          </ac:spMkLst>
        </pc:spChg>
        <pc:spChg chg="del">
          <ac:chgData name="Alina Zogota" userId="43eac884b96ed7c6" providerId="LiveId" clId="{012EA771-21A8-40D4-969F-3799575A76D9}" dt="2025-12-13T19:00:43.195" v="399" actId="26606"/>
          <ac:spMkLst>
            <pc:docMk/>
            <pc:sldMk cId="902782660" sldId="308"/>
            <ac:spMk id="1200" creationId="{9F43522C-731A-B97A-F669-400627BFA7DE}"/>
          </ac:spMkLst>
        </pc:spChg>
        <pc:spChg chg="del">
          <ac:chgData name="Alina Zogota" userId="43eac884b96ed7c6" providerId="LiveId" clId="{012EA771-21A8-40D4-969F-3799575A76D9}" dt="2025-12-13T19:00:43.195" v="399" actId="26606"/>
          <ac:spMkLst>
            <pc:docMk/>
            <pc:sldMk cId="902782660" sldId="308"/>
            <ac:spMk id="1204" creationId="{48168EA9-5AA4-3444-A5BC-DD5396C23CBE}"/>
          </ac:spMkLst>
        </pc:spChg>
        <pc:spChg chg="del">
          <ac:chgData name="Alina Zogota" userId="43eac884b96ed7c6" providerId="LiveId" clId="{012EA771-21A8-40D4-969F-3799575A76D9}" dt="2025-12-13T19:00:43.195" v="399" actId="26606"/>
          <ac:spMkLst>
            <pc:docMk/>
            <pc:sldMk cId="902782660" sldId="308"/>
            <ac:spMk id="1206" creationId="{7146425B-BFD9-5D0A-C967-E5431079EADB}"/>
          </ac:spMkLst>
        </pc:spChg>
        <pc:spChg chg="del">
          <ac:chgData name="Alina Zogota" userId="43eac884b96ed7c6" providerId="LiveId" clId="{012EA771-21A8-40D4-969F-3799575A76D9}" dt="2025-12-13T19:00:43.195" v="399" actId="26606"/>
          <ac:spMkLst>
            <pc:docMk/>
            <pc:sldMk cId="902782660" sldId="308"/>
            <ac:spMk id="1208" creationId="{4531D40E-58FB-7255-673D-6C158A1CD118}"/>
          </ac:spMkLst>
        </pc:spChg>
        <pc:spChg chg="add del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13" creationId="{A8384FB5-9ADC-4DDC-881B-597D56F5B15D}"/>
          </ac:spMkLst>
        </pc:spChg>
        <pc:spChg chg="add del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17" creationId="{D07DD2DE-F619-49DD-B5E7-03A290FF4ED1}"/>
          </ac:spMkLst>
        </pc:spChg>
        <pc:spChg chg="add del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19" creationId="{85149191-5F60-4A28-AAFF-039F96B0F3EC}"/>
          </ac:spMkLst>
        </pc:spChg>
        <pc:spChg chg="add del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21" creationId="{F8260ED5-17F7-4158-B241-D51DD4CF1B7E}"/>
          </ac:spMkLst>
        </pc:spChg>
        <pc:spChg chg="add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26" creationId="{A4E37431-20F0-4DD6-84A9-ED2B644943A2}"/>
          </ac:spMkLst>
        </pc:spChg>
        <pc:spChg chg="add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28" creationId="{0AE98B72-66C6-4AB4-AF0D-BA830DE86393}"/>
          </ac:spMkLst>
        </pc:spChg>
        <pc:spChg chg="add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30" creationId="{407EAFC6-733F-403D-BB4D-05A3A28742F1}"/>
          </ac:spMkLst>
        </pc:spChg>
        <pc:spChg chg="add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32" creationId="{17A36730-4CB0-4F61-AD11-A44C9765833F}"/>
          </ac:spMkLst>
        </pc:spChg>
        <pc:spChg chg="add">
          <ac:chgData name="Alina Zogota" userId="43eac884b96ed7c6" providerId="LiveId" clId="{012EA771-21A8-40D4-969F-3799575A76D9}" dt="2025-12-13T19:01:23.904" v="416" actId="26606"/>
          <ac:spMkLst>
            <pc:docMk/>
            <pc:sldMk cId="902782660" sldId="308"/>
            <ac:spMk id="1236" creationId="{767334AB-16BD-4EC7-8C6B-4B5171600933}"/>
          </ac:spMkLst>
        </pc:spChg>
        <pc:picChg chg="del">
          <ac:chgData name="Alina Zogota" userId="43eac884b96ed7c6" providerId="LiveId" clId="{012EA771-21A8-40D4-969F-3799575A76D9}" dt="2025-12-13T19:00:36.309" v="398" actId="478"/>
          <ac:picMkLst>
            <pc:docMk/>
            <pc:sldMk cId="902782660" sldId="308"/>
            <ac:picMk id="3" creationId="{AFD8A88A-94BA-371E-9813-B3677CEF7389}"/>
          </ac:picMkLst>
        </pc:picChg>
        <pc:picChg chg="add del">
          <ac:chgData name="Alina Zogota" userId="43eac884b96ed7c6" providerId="LiveId" clId="{012EA771-21A8-40D4-969F-3799575A76D9}" dt="2025-12-14T18:52:25.413" v="1203" actId="21"/>
          <ac:picMkLst>
            <pc:docMk/>
            <pc:sldMk cId="902782660" sldId="308"/>
            <ac:picMk id="4" creationId="{F526DCEE-4012-AE44-37BE-49FEECB26C12}"/>
          </ac:picMkLst>
        </pc:picChg>
      </pc:sldChg>
      <pc:sldChg chg="addSp delSp modSp add mod ord modAnim">
        <pc:chgData name="Alina Zogota" userId="43eac884b96ed7c6" providerId="LiveId" clId="{012EA771-21A8-40D4-969F-3799575A76D9}" dt="2025-12-14T21:38:00.219" v="1481"/>
        <pc:sldMkLst>
          <pc:docMk/>
          <pc:sldMk cId="1333485021" sldId="309"/>
        </pc:sldMkLst>
        <pc:spChg chg="mod">
          <ac:chgData name="Alina Zogota" userId="43eac884b96ed7c6" providerId="LiveId" clId="{012EA771-21A8-40D4-969F-3799575A76D9}" dt="2025-12-14T19:05:51.228" v="1217" actId="14100"/>
          <ac:spMkLst>
            <pc:docMk/>
            <pc:sldMk cId="1333485021" sldId="309"/>
            <ac:spMk id="2" creationId="{6BA43486-A20F-A575-F28A-C250E5F2C3B4}"/>
          </ac:spMkLst>
        </pc:spChg>
        <pc:spChg chg="ord">
          <ac:chgData name="Alina Zogota" userId="43eac884b96ed7c6" providerId="LiveId" clId="{012EA771-21A8-40D4-969F-3799575A76D9}" dt="2025-12-13T19:06:12.134" v="433" actId="26606"/>
          <ac:spMkLst>
            <pc:docMk/>
            <pc:sldMk cId="1333485021" sldId="309"/>
            <ac:spMk id="5" creationId="{09D9B1B2-B973-0F34-3871-02FD188E739D}"/>
          </ac:spMkLst>
        </pc:spChg>
        <pc:spChg chg="del">
          <ac:chgData name="Alina Zogota" userId="43eac884b96ed7c6" providerId="LiveId" clId="{012EA771-21A8-40D4-969F-3799575A76D9}" dt="2025-12-13T19:05:13.753" v="426" actId="26606"/>
          <ac:spMkLst>
            <pc:docMk/>
            <pc:sldMk cId="1333485021" sldId="309"/>
            <ac:spMk id="1183" creationId="{4B1B48B3-EF52-9825-0C2E-E7FE4644B44A}"/>
          </ac:spMkLst>
        </pc:spChg>
        <pc:spChg chg="del">
          <ac:chgData name="Alina Zogota" userId="43eac884b96ed7c6" providerId="LiveId" clId="{012EA771-21A8-40D4-969F-3799575A76D9}" dt="2025-12-13T19:05:13.753" v="426" actId="26606"/>
          <ac:spMkLst>
            <pc:docMk/>
            <pc:sldMk cId="1333485021" sldId="309"/>
            <ac:spMk id="1185" creationId="{BD76C54E-C709-9A87-77F4-A38A347BAC01}"/>
          </ac:spMkLst>
        </pc:spChg>
        <pc:spChg chg="del">
          <ac:chgData name="Alina Zogota" userId="43eac884b96ed7c6" providerId="LiveId" clId="{012EA771-21A8-40D4-969F-3799575A76D9}" dt="2025-12-13T19:05:13.753" v="426" actId="26606"/>
          <ac:spMkLst>
            <pc:docMk/>
            <pc:sldMk cId="1333485021" sldId="309"/>
            <ac:spMk id="1189" creationId="{70D37D39-F84A-2E5A-44CA-4A1506F8951F}"/>
          </ac:spMkLst>
        </pc:spChg>
        <pc:spChg chg="del">
          <ac:chgData name="Alina Zogota" userId="43eac884b96ed7c6" providerId="LiveId" clId="{012EA771-21A8-40D4-969F-3799575A76D9}" dt="2025-12-13T19:05:13.753" v="426" actId="26606"/>
          <ac:spMkLst>
            <pc:docMk/>
            <pc:sldMk cId="1333485021" sldId="309"/>
            <ac:spMk id="1191" creationId="{387F5FFD-F322-485E-4DCA-5E3B85BDEFC8}"/>
          </ac:spMkLst>
        </pc:spChg>
        <pc:spChg chg="del">
          <ac:chgData name="Alina Zogota" userId="43eac884b96ed7c6" providerId="LiveId" clId="{012EA771-21A8-40D4-969F-3799575A76D9}" dt="2025-12-13T19:05:13.753" v="426" actId="26606"/>
          <ac:spMkLst>
            <pc:docMk/>
            <pc:sldMk cId="1333485021" sldId="309"/>
            <ac:spMk id="1193" creationId="{68A0D3C7-2276-1D02-7514-983F8CEDD4F3}"/>
          </ac:spMkLst>
        </pc:spChg>
        <pc:spChg chg="del">
          <ac:chgData name="Alina Zogota" userId="43eac884b96ed7c6" providerId="LiveId" clId="{012EA771-21A8-40D4-969F-3799575A76D9}" dt="2025-12-13T19:05:13.753" v="426" actId="26606"/>
          <ac:spMkLst>
            <pc:docMk/>
            <pc:sldMk cId="1333485021" sldId="309"/>
            <ac:spMk id="1195" creationId="{ED36BA04-2551-2ED2-73F9-5A3324D0C169}"/>
          </ac:spMkLst>
        </pc:spChg>
        <pc:spChg chg="add del">
          <ac:chgData name="Alina Zogota" userId="43eac884b96ed7c6" providerId="LiveId" clId="{012EA771-21A8-40D4-969F-3799575A76D9}" dt="2025-12-13T19:05:27.960" v="428" actId="26606"/>
          <ac:spMkLst>
            <pc:docMk/>
            <pc:sldMk cId="1333485021" sldId="309"/>
            <ac:spMk id="1200" creationId="{A8384FB5-9ADC-4DDC-881B-597D56F5B15D}"/>
          </ac:spMkLst>
        </pc:spChg>
        <pc:spChg chg="add del">
          <ac:chgData name="Alina Zogota" userId="43eac884b96ed7c6" providerId="LiveId" clId="{012EA771-21A8-40D4-969F-3799575A76D9}" dt="2025-12-13T19:05:27.960" v="428" actId="26606"/>
          <ac:spMkLst>
            <pc:docMk/>
            <pc:sldMk cId="1333485021" sldId="309"/>
            <ac:spMk id="1202" creationId="{BC05CA36-AD6A-4ABF-9A05-52E5A143D2BB}"/>
          </ac:spMkLst>
        </pc:spChg>
        <pc:spChg chg="del">
          <ac:chgData name="Alina Zogota" userId="43eac884b96ed7c6" providerId="LiveId" clId="{012EA771-21A8-40D4-969F-3799575A76D9}" dt="2025-12-13T19:05:27.960" v="428" actId="26606"/>
          <ac:spMkLst>
            <pc:docMk/>
            <pc:sldMk cId="1333485021" sldId="309"/>
            <ac:spMk id="1204" creationId="{D4331EE8-85A4-4588-8D9E-70E534D477DB}"/>
          </ac:spMkLst>
        </pc:spChg>
        <pc:spChg chg="add del">
          <ac:chgData name="Alina Zogota" userId="43eac884b96ed7c6" providerId="LiveId" clId="{012EA771-21A8-40D4-969F-3799575A76D9}" dt="2025-12-13T19:05:27.960" v="428" actId="26606"/>
          <ac:spMkLst>
            <pc:docMk/>
            <pc:sldMk cId="1333485021" sldId="309"/>
            <ac:spMk id="1208" creationId="{E37EECFC-A684-4391-AE85-4CDAF5565F61}"/>
          </ac:spMkLst>
        </pc:spChg>
        <pc:spChg chg="add">
          <ac:chgData name="Alina Zogota" userId="43eac884b96ed7c6" providerId="LiveId" clId="{012EA771-21A8-40D4-969F-3799575A76D9}" dt="2025-12-13T19:05:27.960" v="428" actId="26606"/>
          <ac:spMkLst>
            <pc:docMk/>
            <pc:sldMk cId="1333485021" sldId="309"/>
            <ac:spMk id="1213" creationId="{A4E37431-20F0-4DD6-84A9-ED2B644943A2}"/>
          </ac:spMkLst>
        </pc:spChg>
        <pc:spChg chg="add del">
          <ac:chgData name="Alina Zogota" userId="43eac884b96ed7c6" providerId="LiveId" clId="{012EA771-21A8-40D4-969F-3799575A76D9}" dt="2025-12-13T19:06:12.134" v="433" actId="26606"/>
          <ac:spMkLst>
            <pc:docMk/>
            <pc:sldMk cId="1333485021" sldId="309"/>
            <ac:spMk id="1215" creationId="{0AE98B72-66C6-4AB4-AF0D-BA830DE86393}"/>
          </ac:spMkLst>
        </pc:spChg>
        <pc:spChg chg="add del">
          <ac:chgData name="Alina Zogota" userId="43eac884b96ed7c6" providerId="LiveId" clId="{012EA771-21A8-40D4-969F-3799575A76D9}" dt="2025-12-13T19:06:12.134" v="433" actId="26606"/>
          <ac:spMkLst>
            <pc:docMk/>
            <pc:sldMk cId="1333485021" sldId="309"/>
            <ac:spMk id="1217" creationId="{407EAFC6-733F-403D-BB4D-05A3A28742F1}"/>
          </ac:spMkLst>
        </pc:spChg>
        <pc:spChg chg="add del">
          <ac:chgData name="Alina Zogota" userId="43eac884b96ed7c6" providerId="LiveId" clId="{012EA771-21A8-40D4-969F-3799575A76D9}" dt="2025-12-13T19:06:12.134" v="433" actId="26606"/>
          <ac:spMkLst>
            <pc:docMk/>
            <pc:sldMk cId="1333485021" sldId="309"/>
            <ac:spMk id="1219" creationId="{17A36730-4CB0-4F61-AD11-A44C9765833F}"/>
          </ac:spMkLst>
        </pc:spChg>
        <pc:spChg chg="add del">
          <ac:chgData name="Alina Zogota" userId="43eac884b96ed7c6" providerId="LiveId" clId="{012EA771-21A8-40D4-969F-3799575A76D9}" dt="2025-12-13T19:06:12.134" v="433" actId="26606"/>
          <ac:spMkLst>
            <pc:docMk/>
            <pc:sldMk cId="1333485021" sldId="309"/>
            <ac:spMk id="1221" creationId="{C69C79E1-F916-4929-A4F3-DE763D4BFA57}"/>
          </ac:spMkLst>
        </pc:spChg>
        <pc:spChg chg="add del">
          <ac:chgData name="Alina Zogota" userId="43eac884b96ed7c6" providerId="LiveId" clId="{012EA771-21A8-40D4-969F-3799575A76D9}" dt="2025-12-14T19:05:47.262" v="1216" actId="26606"/>
          <ac:spMkLst>
            <pc:docMk/>
            <pc:sldMk cId="1333485021" sldId="309"/>
            <ac:spMk id="1228" creationId="{F0A604E4-7307-451C-93BE-F1F7E1BF3BF8}"/>
          </ac:spMkLst>
        </pc:spChg>
        <pc:spChg chg="add del">
          <ac:chgData name="Alina Zogota" userId="43eac884b96ed7c6" providerId="LiveId" clId="{012EA771-21A8-40D4-969F-3799575A76D9}" dt="2025-12-14T19:05:47.262" v="1216" actId="26606"/>
          <ac:spMkLst>
            <pc:docMk/>
            <pc:sldMk cId="1333485021" sldId="309"/>
            <ac:spMk id="1230" creationId="{F7F3A0AA-35E5-4085-942B-737839030604}"/>
          </ac:spMkLst>
        </pc:spChg>
        <pc:spChg chg="add del">
          <ac:chgData name="Alina Zogota" userId="43eac884b96ed7c6" providerId="LiveId" clId="{012EA771-21A8-40D4-969F-3799575A76D9}" dt="2025-12-14T19:05:47.262" v="1216" actId="26606"/>
          <ac:spMkLst>
            <pc:docMk/>
            <pc:sldMk cId="1333485021" sldId="309"/>
            <ac:spMk id="1232" creationId="{402F5C38-C747-4173-ABBF-656E39E82130}"/>
          </ac:spMkLst>
        </pc:spChg>
        <pc:spChg chg="add del">
          <ac:chgData name="Alina Zogota" userId="43eac884b96ed7c6" providerId="LiveId" clId="{012EA771-21A8-40D4-969F-3799575A76D9}" dt="2025-12-14T19:05:47.262" v="1216" actId="26606"/>
          <ac:spMkLst>
            <pc:docMk/>
            <pc:sldMk cId="1333485021" sldId="309"/>
            <ac:spMk id="1234" creationId="{E37EECFC-A684-4391-AE85-4CDAF5565F61}"/>
          </ac:spMkLst>
        </pc:spChg>
        <pc:spChg chg="add">
          <ac:chgData name="Alina Zogota" userId="43eac884b96ed7c6" providerId="LiveId" clId="{012EA771-21A8-40D4-969F-3799575A76D9}" dt="2025-12-14T19:05:47.262" v="1216" actId="26606"/>
          <ac:spMkLst>
            <pc:docMk/>
            <pc:sldMk cId="1333485021" sldId="309"/>
            <ac:spMk id="1239" creationId="{A8384FB5-9ADC-4DDC-881B-597D56F5B15D}"/>
          </ac:spMkLst>
        </pc:spChg>
        <pc:spChg chg="add">
          <ac:chgData name="Alina Zogota" userId="43eac884b96ed7c6" providerId="LiveId" clId="{012EA771-21A8-40D4-969F-3799575A76D9}" dt="2025-12-14T19:05:47.262" v="1216" actId="26606"/>
          <ac:spMkLst>
            <pc:docMk/>
            <pc:sldMk cId="1333485021" sldId="309"/>
            <ac:spMk id="1241" creationId="{1199E1B1-A8C0-4FE8-A5A8-1CB41D69F857}"/>
          </ac:spMkLst>
        </pc:spChg>
        <pc:spChg chg="add">
          <ac:chgData name="Alina Zogota" userId="43eac884b96ed7c6" providerId="LiveId" clId="{012EA771-21A8-40D4-969F-3799575A76D9}" dt="2025-12-14T19:05:47.262" v="1216" actId="26606"/>
          <ac:spMkLst>
            <pc:docMk/>
            <pc:sldMk cId="1333485021" sldId="309"/>
            <ac:spMk id="1243" creationId="{84A8DE83-DE75-4B41-9DB4-A7EC0B0DEC0B}"/>
          </ac:spMkLst>
        </pc:spChg>
        <pc:spChg chg="add">
          <ac:chgData name="Alina Zogota" userId="43eac884b96ed7c6" providerId="LiveId" clId="{012EA771-21A8-40D4-969F-3799575A76D9}" dt="2025-12-14T19:05:47.262" v="1216" actId="26606"/>
          <ac:spMkLst>
            <pc:docMk/>
            <pc:sldMk cId="1333485021" sldId="309"/>
            <ac:spMk id="1245" creationId="{A7009A0A-BEF5-4EAC-AF15-E4F9F002E239}"/>
          </ac:spMkLst>
        </pc:spChg>
        <pc:picChg chg="del mod">
          <ac:chgData name="Alina Zogota" userId="43eac884b96ed7c6" providerId="LiveId" clId="{012EA771-21A8-40D4-969F-3799575A76D9}" dt="2025-12-13T19:06:04.616" v="430" actId="478"/>
          <ac:picMkLst>
            <pc:docMk/>
            <pc:sldMk cId="1333485021" sldId="309"/>
            <ac:picMk id="3" creationId="{72586D7E-D33B-88B8-8E3C-785F78ACAD83}"/>
          </ac:picMkLst>
        </pc:picChg>
        <pc:picChg chg="add mod">
          <ac:chgData name="Alina Zogota" userId="43eac884b96ed7c6" providerId="LiveId" clId="{012EA771-21A8-40D4-969F-3799575A76D9}" dt="2025-12-14T19:05:47.262" v="1216" actId="26606"/>
          <ac:picMkLst>
            <pc:docMk/>
            <pc:sldMk cId="1333485021" sldId="309"/>
            <ac:picMk id="4" creationId="{91057D49-0040-8896-8815-2CA46346DD45}"/>
          </ac:picMkLst>
        </pc:picChg>
      </pc:sldChg>
      <pc:sldChg chg="addSp delSp modSp add mod ord modAnim">
        <pc:chgData name="Alina Zogota" userId="43eac884b96ed7c6" providerId="LiveId" clId="{012EA771-21A8-40D4-969F-3799575A76D9}" dt="2025-12-14T21:37:51.526" v="1479"/>
        <pc:sldMkLst>
          <pc:docMk/>
          <pc:sldMk cId="2192011443" sldId="310"/>
        </pc:sldMkLst>
        <pc:spChg chg="mod">
          <ac:chgData name="Alina Zogota" userId="43eac884b96ed7c6" providerId="LiveId" clId="{012EA771-21A8-40D4-969F-3799575A76D9}" dt="2025-12-14T20:41:42.474" v="1407" actId="121"/>
          <ac:spMkLst>
            <pc:docMk/>
            <pc:sldMk cId="2192011443" sldId="310"/>
            <ac:spMk id="2" creationId="{C5BABA52-DBD0-2076-2528-8495EE3B40E4}"/>
          </ac:spMkLst>
        </pc:spChg>
        <pc:spChg chg="del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13" creationId="{7F069304-2213-FB57-D6D0-4EEDCB061EDA}"/>
          </ac:spMkLst>
        </pc:spChg>
        <pc:spChg chg="add del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17" creationId="{85447413-C949-EE2C-7418-FDC330CE0A6D}"/>
          </ac:spMkLst>
        </pc:spChg>
        <pc:spChg chg="add del">
          <ac:chgData name="Alina Zogota" userId="43eac884b96ed7c6" providerId="LiveId" clId="{012EA771-21A8-40D4-969F-3799575A76D9}" dt="2025-12-13T19:27:01.094" v="693" actId="26606"/>
          <ac:spMkLst>
            <pc:docMk/>
            <pc:sldMk cId="2192011443" sldId="310"/>
            <ac:spMk id="1219" creationId="{1AB598AB-C743-8C3C-9300-D52251CE5453}"/>
          </ac:spMkLst>
        </pc:spChg>
        <pc:spChg chg="add del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21" creationId="{DD84E839-4969-951F-7AB0-D625D6F82C04}"/>
          </ac:spMkLst>
        </pc:spChg>
        <pc:spChg chg="add del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23" creationId="{61F87BC3-91C0-2E4A-78F8-9E80C146FD3E}"/>
          </ac:spMkLst>
        </pc:spChg>
        <pc:spChg chg="add del">
          <ac:chgData name="Alina Zogota" userId="43eac884b96ed7c6" providerId="LiveId" clId="{012EA771-21A8-40D4-969F-3799575A76D9}" dt="2025-12-13T19:27:01.094" v="693" actId="26606"/>
          <ac:spMkLst>
            <pc:docMk/>
            <pc:sldMk cId="2192011443" sldId="310"/>
            <ac:spMk id="1228" creationId="{8555C5B3-193A-4749-9AFD-682E53CDDE8F}"/>
          </ac:spMkLst>
        </pc:spChg>
        <pc:spChg chg="add del">
          <ac:chgData name="Alina Zogota" userId="43eac884b96ed7c6" providerId="LiveId" clId="{012EA771-21A8-40D4-969F-3799575A76D9}" dt="2025-12-13T19:27:01.094" v="693" actId="26606"/>
          <ac:spMkLst>
            <pc:docMk/>
            <pc:sldMk cId="2192011443" sldId="310"/>
            <ac:spMk id="1230" creationId="{2EAE06A6-F76A-41C9-827A-C561B004485C}"/>
          </ac:spMkLst>
        </pc:spChg>
        <pc:spChg chg="add del">
          <ac:chgData name="Alina Zogota" userId="43eac884b96ed7c6" providerId="LiveId" clId="{012EA771-21A8-40D4-969F-3799575A76D9}" dt="2025-12-13T19:27:01.094" v="693" actId="26606"/>
          <ac:spMkLst>
            <pc:docMk/>
            <pc:sldMk cId="2192011443" sldId="310"/>
            <ac:spMk id="1232" creationId="{89F9D4E8-0639-444B-949B-9518585061AF}"/>
          </ac:spMkLst>
        </pc:spChg>
        <pc:spChg chg="add del">
          <ac:chgData name="Alina Zogota" userId="43eac884b96ed7c6" providerId="LiveId" clId="{012EA771-21A8-40D4-969F-3799575A76D9}" dt="2025-12-13T19:27:01.094" v="693" actId="26606"/>
          <ac:spMkLst>
            <pc:docMk/>
            <pc:sldMk cId="2192011443" sldId="310"/>
            <ac:spMk id="1236" creationId="{FC485432-3647-4218-B5D3-15D3FA222B13}"/>
          </ac:spMkLst>
        </pc:spChg>
        <pc:spChg chg="add del">
          <ac:chgData name="Alina Zogota" userId="43eac884b96ed7c6" providerId="LiveId" clId="{012EA771-21A8-40D4-969F-3799575A76D9}" dt="2025-12-13T19:27:01.094" v="693" actId="26606"/>
          <ac:spMkLst>
            <pc:docMk/>
            <pc:sldMk cId="2192011443" sldId="310"/>
            <ac:spMk id="1238" creationId="{F4AFDDCA-6ABA-4D23-8A5C-1BF0F4308148}"/>
          </ac:spMkLst>
        </pc:spChg>
        <pc:spChg chg="add del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43" creationId="{A8384FB5-9ADC-4DDC-881B-597D56F5B15D}"/>
          </ac:spMkLst>
        </pc:spChg>
        <pc:spChg chg="add del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45" creationId="{91E5A9A7-95C6-4F4F-B00E-C82E07FE62EF}"/>
          </ac:spMkLst>
        </pc:spChg>
        <pc:spChg chg="add">
          <ac:chgData name="Alina Zogota" userId="43eac884b96ed7c6" providerId="LiveId" clId="{012EA771-21A8-40D4-969F-3799575A76D9}" dt="2025-12-13T19:27:09.454" v="694" actId="26606"/>
          <ac:spMkLst>
            <pc:docMk/>
            <pc:sldMk cId="2192011443" sldId="310"/>
            <ac:spMk id="1247" creationId="{D07DD2DE-F619-49DD-B5E7-03A290FF4ED1}"/>
          </ac:spMkLst>
        </pc:spChg>
        <pc:spChg chg="add del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49" creationId="{85149191-5F60-4A28-AAFF-039F96B0F3EC}"/>
          </ac:spMkLst>
        </pc:spChg>
        <pc:spChg chg="add del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51" creationId="{F8260ED5-17F7-4158-B241-D51DD4CF1B7E}"/>
          </ac:spMkLst>
        </pc:spChg>
        <pc:spChg chg="add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60" creationId="{D07DD2DE-F619-49DD-B5E7-03A290FF4ED1}"/>
          </ac:spMkLst>
        </pc:spChg>
        <pc:spChg chg="add">
          <ac:chgData name="Alina Zogota" userId="43eac884b96ed7c6" providerId="LiveId" clId="{012EA771-21A8-40D4-969F-3799575A76D9}" dt="2025-12-13T19:27:22.130" v="697" actId="26606"/>
          <ac:spMkLst>
            <pc:docMk/>
            <pc:sldMk cId="2192011443" sldId="310"/>
            <ac:spMk id="1262" creationId="{85149191-5F60-4A28-AAFF-039F96B0F3EC}"/>
          </ac:spMkLst>
        </pc:spChg>
        <pc:picChg chg="mod">
          <ac:chgData name="Alina Zogota" userId="43eac884b96ed7c6" providerId="LiveId" clId="{012EA771-21A8-40D4-969F-3799575A76D9}" dt="2025-12-13T19:27:20.759" v="696" actId="1076"/>
          <ac:picMkLst>
            <pc:docMk/>
            <pc:sldMk cId="2192011443" sldId="310"/>
            <ac:picMk id="3" creationId="{1BF8B80C-7770-3A66-3F64-754133EFAFA6}"/>
          </ac:picMkLst>
        </pc:picChg>
      </pc:sldChg>
      <pc:sldChg chg="addSp delSp modSp add mod ord modAnim">
        <pc:chgData name="Alina Zogota" userId="43eac884b96ed7c6" providerId="LiveId" clId="{012EA771-21A8-40D4-969F-3799575A76D9}" dt="2025-12-14T21:38:03.719" v="1482"/>
        <pc:sldMkLst>
          <pc:docMk/>
          <pc:sldMk cId="151410212" sldId="311"/>
        </pc:sldMkLst>
        <pc:spChg chg="mod">
          <ac:chgData name="Alina Zogota" userId="43eac884b96ed7c6" providerId="LiveId" clId="{012EA771-21A8-40D4-969F-3799575A76D9}" dt="2025-12-13T19:25:46.022" v="669" actId="1076"/>
          <ac:spMkLst>
            <pc:docMk/>
            <pc:sldMk cId="151410212" sldId="311"/>
            <ac:spMk id="2" creationId="{AC8006B8-5405-0B35-63E0-99FDB4154F5E}"/>
          </ac:spMkLst>
        </pc:spChg>
        <pc:spChg chg="ord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5" creationId="{C5A308AA-5677-F46C-B876-6E5570F80D95}"/>
          </ac:spMkLst>
        </pc:spChg>
        <pc:spChg chg="del">
          <ac:chgData name="Alina Zogota" userId="43eac884b96ed7c6" providerId="LiveId" clId="{012EA771-21A8-40D4-969F-3799575A76D9}" dt="2025-12-13T19:07:27.185" v="439" actId="26606"/>
          <ac:spMkLst>
            <pc:docMk/>
            <pc:sldMk cId="151410212" sldId="311"/>
            <ac:spMk id="1228" creationId="{57AB7E6C-D013-9F4C-80A7-0A63B2A6E842}"/>
          </ac:spMkLst>
        </pc:spChg>
        <pc:spChg chg="del">
          <ac:chgData name="Alina Zogota" userId="43eac884b96ed7c6" providerId="LiveId" clId="{012EA771-21A8-40D4-969F-3799575A76D9}" dt="2025-12-13T19:07:27.185" v="439" actId="26606"/>
          <ac:spMkLst>
            <pc:docMk/>
            <pc:sldMk cId="151410212" sldId="311"/>
            <ac:spMk id="1230" creationId="{27955FAB-626C-70A5-D534-932EE07B30CE}"/>
          </ac:spMkLst>
        </pc:spChg>
        <pc:spChg chg="del">
          <ac:chgData name="Alina Zogota" userId="43eac884b96ed7c6" providerId="LiveId" clId="{012EA771-21A8-40D4-969F-3799575A76D9}" dt="2025-12-13T19:07:27.185" v="439" actId="26606"/>
          <ac:spMkLst>
            <pc:docMk/>
            <pc:sldMk cId="151410212" sldId="311"/>
            <ac:spMk id="1234" creationId="{4623AF31-1C7F-A1BC-516A-54BD9E0A9856}"/>
          </ac:spMkLst>
        </pc:spChg>
        <pc:spChg chg="add del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1239" creationId="{2151139A-886F-4B97-8815-729AD3831BBD}"/>
          </ac:spMkLst>
        </pc:spChg>
        <pc:spChg chg="add">
          <ac:chgData name="Alina Zogota" userId="43eac884b96ed7c6" providerId="LiveId" clId="{012EA771-21A8-40D4-969F-3799575A76D9}" dt="2025-12-13T19:07:27.185" v="439" actId="26606"/>
          <ac:spMkLst>
            <pc:docMk/>
            <pc:sldMk cId="151410212" sldId="311"/>
            <ac:spMk id="1241" creationId="{AB5E08C4-8CDD-4623-A5B8-E998C6DEE3B7}"/>
          </ac:spMkLst>
        </pc:spChg>
        <pc:spChg chg="add del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1243" creationId="{15F33878-D502-4FFA-8ACE-F2AECDB2A23F}"/>
          </ac:spMkLst>
        </pc:spChg>
        <pc:spChg chg="add del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1245" creationId="{D3539FEE-81D3-4406-802E-60B20B16F4F6}"/>
          </ac:spMkLst>
        </pc:spChg>
        <pc:spChg chg="add del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1247" creationId="{DC701763-729E-462F-A5A8-E0DEFEB1E2E4}"/>
          </ac:spMkLst>
        </pc:spChg>
        <pc:spChg chg="add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1252" creationId="{EDC07B27-4E3C-4BCF-ABDB-6AA72857C058}"/>
          </ac:spMkLst>
        </pc:spChg>
        <pc:spChg chg="add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1254" creationId="{83D11BE6-2A04-4DBB-842D-88602B5EC728}"/>
          </ac:spMkLst>
        </pc:spChg>
        <pc:spChg chg="add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1256" creationId="{2A05E02A-9AA9-45EC-B87B-B46F043F3F97}"/>
          </ac:spMkLst>
        </pc:spChg>
        <pc:spChg chg="add">
          <ac:chgData name="Alina Zogota" userId="43eac884b96ed7c6" providerId="LiveId" clId="{012EA771-21A8-40D4-969F-3799575A76D9}" dt="2025-12-13T19:25:35.620" v="667" actId="26606"/>
          <ac:spMkLst>
            <pc:docMk/>
            <pc:sldMk cId="151410212" sldId="311"/>
            <ac:spMk id="1258" creationId="{0E91EDBA-E8E0-4575-8147-B700345215CE}"/>
          </ac:spMkLst>
        </pc:spChg>
        <pc:picChg chg="add mod">
          <ac:chgData name="Alina Zogota" userId="43eac884b96ed7c6" providerId="LiveId" clId="{012EA771-21A8-40D4-969F-3799575A76D9}" dt="2025-12-13T19:26:38.370" v="687" actId="1076"/>
          <ac:picMkLst>
            <pc:docMk/>
            <pc:sldMk cId="151410212" sldId="311"/>
            <ac:picMk id="3" creationId="{BD839EC5-5B63-B2AE-73AB-87F38FB3D48D}"/>
          </ac:picMkLst>
        </pc:picChg>
        <pc:picChg chg="del">
          <ac:chgData name="Alina Zogota" userId="43eac884b96ed7c6" providerId="LiveId" clId="{012EA771-21A8-40D4-969F-3799575A76D9}" dt="2025-12-13T19:07:17.867" v="436" actId="478"/>
          <ac:picMkLst>
            <pc:docMk/>
            <pc:sldMk cId="151410212" sldId="311"/>
            <ac:picMk id="4" creationId="{E91E52C6-1E92-9071-FAA5-42A0720DCF5F}"/>
          </ac:picMkLst>
        </pc:picChg>
        <pc:picChg chg="add mod">
          <ac:chgData name="Alina Zogota" userId="43eac884b96ed7c6" providerId="LiveId" clId="{012EA771-21A8-40D4-969F-3799575A76D9}" dt="2025-12-13T19:26:25.198" v="683" actId="1076"/>
          <ac:picMkLst>
            <pc:docMk/>
            <pc:sldMk cId="151410212" sldId="311"/>
            <ac:picMk id="6" creationId="{17BC784B-04EC-D0FE-BAC7-A50A12946EAD}"/>
          </ac:picMkLst>
        </pc:picChg>
        <pc:picChg chg="add mod">
          <ac:chgData name="Alina Zogota" userId="43eac884b96ed7c6" providerId="LiveId" clId="{012EA771-21A8-40D4-969F-3799575A76D9}" dt="2025-12-13T19:26:34.419" v="686" actId="1076"/>
          <ac:picMkLst>
            <pc:docMk/>
            <pc:sldMk cId="151410212" sldId="311"/>
            <ac:picMk id="7" creationId="{199C0A8B-5E4B-B8B4-B17D-C9AD1D03E5A9}"/>
          </ac:picMkLst>
        </pc:picChg>
      </pc:sldChg>
      <pc:sldChg chg="addSp delSp modSp add mod ord modAnim">
        <pc:chgData name="Alina Zogota" userId="43eac884b96ed7c6" providerId="LiveId" clId="{012EA771-21A8-40D4-969F-3799575A76D9}" dt="2025-12-14T21:37:56.793" v="1480"/>
        <pc:sldMkLst>
          <pc:docMk/>
          <pc:sldMk cId="2156857699" sldId="312"/>
        </pc:sldMkLst>
        <pc:spChg chg="mod">
          <ac:chgData name="Alina Zogota" userId="43eac884b96ed7c6" providerId="LiveId" clId="{012EA771-21A8-40D4-969F-3799575A76D9}" dt="2025-12-13T19:15:52.996" v="531" actId="20577"/>
          <ac:spMkLst>
            <pc:docMk/>
            <pc:sldMk cId="2156857699" sldId="312"/>
            <ac:spMk id="2" creationId="{532F3CC4-A327-3075-7EED-E0CF022FEA26}"/>
          </ac:spMkLst>
        </pc:spChg>
        <pc:spChg chg="ord">
          <ac:chgData name="Alina Zogota" userId="43eac884b96ed7c6" providerId="LiveId" clId="{012EA771-21A8-40D4-969F-3799575A76D9}" dt="2025-12-13T19:15:03.453" v="527" actId="26606"/>
          <ac:spMkLst>
            <pc:docMk/>
            <pc:sldMk cId="2156857699" sldId="312"/>
            <ac:spMk id="5" creationId="{C836FDBD-93B4-2890-A9C6-5E1B475360BD}"/>
          </ac:spMkLst>
        </pc:spChg>
        <pc:spChg chg="del">
          <ac:chgData name="Alina Zogota" userId="43eac884b96ed7c6" providerId="LiveId" clId="{012EA771-21A8-40D4-969F-3799575A76D9}" dt="2025-12-13T19:15:03.453" v="527" actId="26606"/>
          <ac:spMkLst>
            <pc:docMk/>
            <pc:sldMk cId="2156857699" sldId="312"/>
            <ac:spMk id="1239" creationId="{A586B879-3E72-75AD-2DFB-42939D15888C}"/>
          </ac:spMkLst>
        </pc:spChg>
        <pc:spChg chg="del">
          <ac:chgData name="Alina Zogota" userId="43eac884b96ed7c6" providerId="LiveId" clId="{012EA771-21A8-40D4-969F-3799575A76D9}" dt="2025-12-13T19:15:03.453" v="527" actId="26606"/>
          <ac:spMkLst>
            <pc:docMk/>
            <pc:sldMk cId="2156857699" sldId="312"/>
            <ac:spMk id="1243" creationId="{E553D83B-06CC-4A69-49EE-EBA35BDBF9CF}"/>
          </ac:spMkLst>
        </pc:spChg>
        <pc:spChg chg="del">
          <ac:chgData name="Alina Zogota" userId="43eac884b96ed7c6" providerId="LiveId" clId="{012EA771-21A8-40D4-969F-3799575A76D9}" dt="2025-12-13T19:15:03.453" v="527" actId="26606"/>
          <ac:spMkLst>
            <pc:docMk/>
            <pc:sldMk cId="2156857699" sldId="312"/>
            <ac:spMk id="1245" creationId="{35649553-9432-F117-FA02-F4B25701E07F}"/>
          </ac:spMkLst>
        </pc:spChg>
        <pc:spChg chg="del">
          <ac:chgData name="Alina Zogota" userId="43eac884b96ed7c6" providerId="LiveId" clId="{012EA771-21A8-40D4-969F-3799575A76D9}" dt="2025-12-13T19:15:03.453" v="527" actId="26606"/>
          <ac:spMkLst>
            <pc:docMk/>
            <pc:sldMk cId="2156857699" sldId="312"/>
            <ac:spMk id="1247" creationId="{D1694D8D-BDDF-C99D-5B30-7CC32AD7BB76}"/>
          </ac:spMkLst>
        </pc:spChg>
        <pc:spChg chg="add del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52" creationId="{2151139A-886F-4B97-8815-729AD3831BBD}"/>
          </ac:spMkLst>
        </pc:spChg>
        <pc:spChg chg="add del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54" creationId="{AB5E08C4-8CDD-4623-A5B8-E998C6DEE3B7}"/>
          </ac:spMkLst>
        </pc:spChg>
        <pc:spChg chg="del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56" creationId="{15F33878-D502-4FFA-8ACE-F2AECDB2A23F}"/>
          </ac:spMkLst>
        </pc:spChg>
        <pc:spChg chg="add del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58" creationId="{D3539FEE-81D3-4406-802E-60B20B16F4F6}"/>
          </ac:spMkLst>
        </pc:spChg>
        <pc:spChg chg="add del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60" creationId="{DC701763-729E-462F-A5A8-E0DEFEB1E2E4}"/>
          </ac:spMkLst>
        </pc:spChg>
        <pc:spChg chg="add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65" creationId="{A8384FB5-9ADC-4DDC-881B-597D56F5B15D}"/>
          </ac:spMkLst>
        </pc:spChg>
        <pc:spChg chg="add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67" creationId="{1199E1B1-A8C0-4FE8-A5A8-1CB41D69F857}"/>
          </ac:spMkLst>
        </pc:spChg>
        <pc:spChg chg="add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69" creationId="{84A8DE83-DE75-4B41-9DB4-A7EC0B0DEC0B}"/>
          </ac:spMkLst>
        </pc:spChg>
        <pc:spChg chg="add">
          <ac:chgData name="Alina Zogota" userId="43eac884b96ed7c6" providerId="LiveId" clId="{012EA771-21A8-40D4-969F-3799575A76D9}" dt="2025-12-13T19:15:46.614" v="530" actId="26606"/>
          <ac:spMkLst>
            <pc:docMk/>
            <pc:sldMk cId="2156857699" sldId="312"/>
            <ac:spMk id="1271" creationId="{A7009A0A-BEF5-4EAC-AF15-E4F9F002E239}"/>
          </ac:spMkLst>
        </pc:spChg>
        <pc:picChg chg="del">
          <ac:chgData name="Alina Zogota" userId="43eac884b96ed7c6" providerId="LiveId" clId="{012EA771-21A8-40D4-969F-3799575A76D9}" dt="2025-12-13T19:11:33.837" v="483" actId="478"/>
          <ac:picMkLst>
            <pc:docMk/>
            <pc:sldMk cId="2156857699" sldId="312"/>
            <ac:picMk id="3" creationId="{C1B776FD-DAAD-8C34-F7E8-3108698D2E91}"/>
          </ac:picMkLst>
        </pc:picChg>
        <pc:picChg chg="add del mod">
          <ac:chgData name="Alina Zogota" userId="43eac884b96ed7c6" providerId="LiveId" clId="{012EA771-21A8-40D4-969F-3799575A76D9}" dt="2025-12-13T19:13:30.275" v="496" actId="478"/>
          <ac:picMkLst>
            <pc:docMk/>
            <pc:sldMk cId="2156857699" sldId="312"/>
            <ac:picMk id="4" creationId="{CFB66B0C-A45F-909B-4B05-4E2F7FBA13E0}"/>
          </ac:picMkLst>
        </pc:picChg>
        <pc:picChg chg="del">
          <ac:chgData name="Alina Zogota" userId="43eac884b96ed7c6" providerId="LiveId" clId="{012EA771-21A8-40D4-969F-3799575A76D9}" dt="2025-12-13T19:11:33.087" v="482" actId="478"/>
          <ac:picMkLst>
            <pc:docMk/>
            <pc:sldMk cId="2156857699" sldId="312"/>
            <ac:picMk id="6" creationId="{D0FDFD48-7F1F-C841-DFE0-A1EC9271849E}"/>
          </ac:picMkLst>
        </pc:picChg>
        <pc:picChg chg="add del mod">
          <ac:chgData name="Alina Zogota" userId="43eac884b96ed7c6" providerId="LiveId" clId="{012EA771-21A8-40D4-969F-3799575A76D9}" dt="2025-12-13T19:13:31.170" v="497" actId="478"/>
          <ac:picMkLst>
            <pc:docMk/>
            <pc:sldMk cId="2156857699" sldId="312"/>
            <ac:picMk id="7" creationId="{2177EAFE-2554-2055-14BF-096D24B89DAA}"/>
          </ac:picMkLst>
        </pc:picChg>
        <pc:picChg chg="add mod">
          <ac:chgData name="Alina Zogota" userId="43eac884b96ed7c6" providerId="LiveId" clId="{012EA771-21A8-40D4-969F-3799575A76D9}" dt="2025-12-13T19:15:38.215" v="529" actId="27614"/>
          <ac:picMkLst>
            <pc:docMk/>
            <pc:sldMk cId="2156857699" sldId="312"/>
            <ac:picMk id="8" creationId="{DAB05DBC-BCC2-7D81-9074-E9251D3C4939}"/>
          </ac:picMkLst>
        </pc:picChg>
        <pc:picChg chg="add del mod">
          <ac:chgData name="Alina Zogota" userId="43eac884b96ed7c6" providerId="LiveId" clId="{012EA771-21A8-40D4-969F-3799575A76D9}" dt="2025-12-13T19:15:37.316" v="528" actId="21"/>
          <ac:picMkLst>
            <pc:docMk/>
            <pc:sldMk cId="2156857699" sldId="312"/>
            <ac:picMk id="9" creationId="{0EC831AF-A8DA-095D-0679-5AA3F8560119}"/>
          </ac:picMkLst>
        </pc:picChg>
      </pc:sldChg>
      <pc:sldChg chg="modSp add del mod">
        <pc:chgData name="Alina Zogota" userId="43eac884b96ed7c6" providerId="LiveId" clId="{012EA771-21A8-40D4-969F-3799575A76D9}" dt="2025-12-14T20:07:19.831" v="1254" actId="47"/>
        <pc:sldMkLst>
          <pc:docMk/>
          <pc:sldMk cId="2183465246" sldId="313"/>
        </pc:sldMkLst>
        <pc:spChg chg="mod">
          <ac:chgData name="Alina Zogota" userId="43eac884b96ed7c6" providerId="LiveId" clId="{012EA771-21A8-40D4-969F-3799575A76D9}" dt="2025-12-13T19:12:54.263" v="493" actId="27636"/>
          <ac:spMkLst>
            <pc:docMk/>
            <pc:sldMk cId="2183465246" sldId="313"/>
            <ac:spMk id="2" creationId="{E4667746-C77E-1716-CD2C-B4C31E4AEC39}"/>
          </ac:spMkLst>
        </pc:spChg>
      </pc:sldChg>
      <pc:sldChg chg="addSp delSp modSp add mod modAnim">
        <pc:chgData name="Alina Zogota" userId="43eac884b96ed7c6" providerId="LiveId" clId="{012EA771-21A8-40D4-969F-3799575A76D9}" dt="2025-12-14T21:38:22.738" v="1485"/>
        <pc:sldMkLst>
          <pc:docMk/>
          <pc:sldMk cId="1846813189" sldId="314"/>
        </pc:sldMkLst>
        <pc:spChg chg="mod">
          <ac:chgData name="Alina Zogota" userId="43eac884b96ed7c6" providerId="LiveId" clId="{012EA771-21A8-40D4-969F-3799575A76D9}" dt="2025-12-13T19:16:41.265" v="555"/>
          <ac:spMkLst>
            <pc:docMk/>
            <pc:sldMk cId="1846813189" sldId="314"/>
            <ac:spMk id="2" creationId="{86DFCB5A-BFF2-04A8-9037-3D29938E3B13}"/>
          </ac:spMkLst>
        </pc:spChg>
        <pc:spChg chg="ord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5" creationId="{4F2F614D-E1E8-349D-88C5-98E9E629C3C0}"/>
          </ac:spMkLst>
        </pc:spChg>
        <pc:spChg chg="del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1265" creationId="{8581793F-173A-412E-EB5F-798A6B11AB4F}"/>
          </ac:spMkLst>
        </pc:spChg>
        <pc:spChg chg="del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1267" creationId="{95EC25DC-E89A-5F72-7429-AF3BA31AAF12}"/>
          </ac:spMkLst>
        </pc:spChg>
        <pc:spChg chg="del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1269" creationId="{44A2203D-8EAB-10B0-19D0-D8BAB5FA6C18}"/>
          </ac:spMkLst>
        </pc:spChg>
        <pc:spChg chg="del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1271" creationId="{22C815A7-676A-75B2-5A3B-34A62FE886F6}"/>
          </ac:spMkLst>
        </pc:spChg>
        <pc:spChg chg="add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1276" creationId="{A8384FB5-9ADC-4DDC-881B-597D56F5B15D}"/>
          </ac:spMkLst>
        </pc:spChg>
        <pc:spChg chg="add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1278" creationId="{1199E1B1-A8C0-4FE8-A5A8-1CB41D69F857}"/>
          </ac:spMkLst>
        </pc:spChg>
        <pc:spChg chg="add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1280" creationId="{84A8DE83-DE75-4B41-9DB4-A7EC0B0DEC0B}"/>
          </ac:spMkLst>
        </pc:spChg>
        <pc:spChg chg="add">
          <ac:chgData name="Alina Zogota" userId="43eac884b96ed7c6" providerId="LiveId" clId="{012EA771-21A8-40D4-969F-3799575A76D9}" dt="2025-12-13T19:16:45.573" v="556" actId="26606"/>
          <ac:spMkLst>
            <pc:docMk/>
            <pc:sldMk cId="1846813189" sldId="314"/>
            <ac:spMk id="1282" creationId="{A7009A0A-BEF5-4EAC-AF15-E4F9F002E239}"/>
          </ac:spMkLst>
        </pc:spChg>
        <pc:picChg chg="del">
          <ac:chgData name="Alina Zogota" userId="43eac884b96ed7c6" providerId="LiveId" clId="{012EA771-21A8-40D4-969F-3799575A76D9}" dt="2025-12-13T19:16:04.503" v="534" actId="478"/>
          <ac:picMkLst>
            <pc:docMk/>
            <pc:sldMk cId="1846813189" sldId="314"/>
            <ac:picMk id="8" creationId="{AE17F8E0-8B90-51AF-8D4A-CCAA7C2CD238}"/>
          </ac:picMkLst>
        </pc:picChg>
        <pc:picChg chg="add mod">
          <ac:chgData name="Alina Zogota" userId="43eac884b96ed7c6" providerId="LiveId" clId="{012EA771-21A8-40D4-969F-3799575A76D9}" dt="2025-12-13T19:16:45.573" v="556" actId="26606"/>
          <ac:picMkLst>
            <pc:docMk/>
            <pc:sldMk cId="1846813189" sldId="314"/>
            <ac:picMk id="9" creationId="{0EC831AF-A8DA-095D-0679-5AA3F8560119}"/>
          </ac:picMkLst>
        </pc:picChg>
      </pc:sldChg>
      <pc:sldChg chg="addSp delSp modSp add del mod">
        <pc:chgData name="Alina Zogota" userId="43eac884b96ed7c6" providerId="LiveId" clId="{012EA771-21A8-40D4-969F-3799575A76D9}" dt="2025-12-14T20:06:43.780" v="1247" actId="47"/>
        <pc:sldMkLst>
          <pc:docMk/>
          <pc:sldMk cId="3727685930" sldId="315"/>
        </pc:sldMkLst>
        <pc:spChg chg="mod">
          <ac:chgData name="Alina Zogota" userId="43eac884b96ed7c6" providerId="LiveId" clId="{012EA771-21A8-40D4-969F-3799575A76D9}" dt="2025-12-13T19:18:59.194" v="583" actId="14100"/>
          <ac:spMkLst>
            <pc:docMk/>
            <pc:sldMk cId="3727685930" sldId="315"/>
            <ac:spMk id="2" creationId="{3F653F23-7A36-BF2D-8254-9035DA977914}"/>
          </ac:spMkLst>
        </pc:spChg>
        <pc:picChg chg="add mod">
          <ac:chgData name="Alina Zogota" userId="43eac884b96ed7c6" providerId="LiveId" clId="{012EA771-21A8-40D4-969F-3799575A76D9}" dt="2025-12-13T19:18:42.893" v="581" actId="1076"/>
          <ac:picMkLst>
            <pc:docMk/>
            <pc:sldMk cId="3727685930" sldId="315"/>
            <ac:picMk id="3" creationId="{BC579292-1B93-D6E8-1ED2-2E54DA89EDF8}"/>
          </ac:picMkLst>
        </pc:picChg>
        <pc:picChg chg="add mod">
          <ac:chgData name="Alina Zogota" userId="43eac884b96ed7c6" providerId="LiveId" clId="{012EA771-21A8-40D4-969F-3799575A76D9}" dt="2025-12-13T19:18:44.967" v="582" actId="1076"/>
          <ac:picMkLst>
            <pc:docMk/>
            <pc:sldMk cId="3727685930" sldId="315"/>
            <ac:picMk id="4" creationId="{6AA89B70-4D7A-D64C-6ABE-982C85741214}"/>
          </ac:picMkLst>
        </pc:picChg>
        <pc:picChg chg="del">
          <ac:chgData name="Alina Zogota" userId="43eac884b96ed7c6" providerId="LiveId" clId="{012EA771-21A8-40D4-969F-3799575A76D9}" dt="2025-12-13T19:17:16.494" v="559" actId="478"/>
          <ac:picMkLst>
            <pc:docMk/>
            <pc:sldMk cId="3727685930" sldId="315"/>
            <ac:picMk id="9" creationId="{9382D3E2-E340-07EA-8687-911CCDEE032A}"/>
          </ac:picMkLst>
        </pc:picChg>
      </pc:sldChg>
      <pc:sldChg chg="addSp delSp modSp add mod ord modAnim">
        <pc:chgData name="Alina Zogota" userId="43eac884b96ed7c6" providerId="LiveId" clId="{012EA771-21A8-40D4-969F-3799575A76D9}" dt="2025-12-14T21:38:35.517" v="1488"/>
        <pc:sldMkLst>
          <pc:docMk/>
          <pc:sldMk cId="222879094" sldId="316"/>
        </pc:sldMkLst>
        <pc:spChg chg="mod">
          <ac:chgData name="Alina Zogota" userId="43eac884b96ed7c6" providerId="LiveId" clId="{012EA771-21A8-40D4-969F-3799575A76D9}" dt="2025-12-14T20:43:02.224" v="1416" actId="1076"/>
          <ac:spMkLst>
            <pc:docMk/>
            <pc:sldMk cId="222879094" sldId="316"/>
            <ac:spMk id="2" creationId="{F78D3B89-5BF3-3E82-2CC6-90790909D595}"/>
          </ac:spMkLst>
        </pc:spChg>
        <pc:spChg chg="add mod">
          <ac:chgData name="Alina Zogota" userId="43eac884b96ed7c6" providerId="LiveId" clId="{012EA771-21A8-40D4-969F-3799575A76D9}" dt="2025-12-14T20:43:09.577" v="1417" actId="2711"/>
          <ac:spMkLst>
            <pc:docMk/>
            <pc:sldMk cId="222879094" sldId="316"/>
            <ac:spMk id="6" creationId="{DC319D50-8045-0B88-0C54-8E44622525D4}"/>
          </ac:spMkLst>
        </pc:spChg>
        <pc:picChg chg="del">
          <ac:chgData name="Alina Zogota" userId="43eac884b96ed7c6" providerId="LiveId" clId="{012EA771-21A8-40D4-969F-3799575A76D9}" dt="2025-12-13T19:20:07.958" v="588" actId="478"/>
          <ac:picMkLst>
            <pc:docMk/>
            <pc:sldMk cId="222879094" sldId="316"/>
            <ac:picMk id="3" creationId="{ADE3EA87-31DD-3D22-463E-712DD1466CBB}"/>
          </ac:picMkLst>
        </pc:picChg>
        <pc:picChg chg="add del mod">
          <ac:chgData name="Alina Zogota" userId="43eac884b96ed7c6" providerId="LiveId" clId="{012EA771-21A8-40D4-969F-3799575A76D9}" dt="2025-12-14T20:28:55.473" v="1272" actId="478"/>
          <ac:picMkLst>
            <pc:docMk/>
            <pc:sldMk cId="222879094" sldId="316"/>
            <ac:picMk id="4" creationId="{EEC18E78-C15F-02DB-04E9-16BA1815B001}"/>
          </ac:picMkLst>
        </pc:picChg>
      </pc:sldChg>
      <pc:sldChg chg="addSp delSp modSp add mod ord modAnim">
        <pc:chgData name="Alina Zogota" userId="43eac884b96ed7c6" providerId="LiveId" clId="{012EA771-21A8-40D4-969F-3799575A76D9}" dt="2025-12-14T21:38:28.368" v="1486"/>
        <pc:sldMkLst>
          <pc:docMk/>
          <pc:sldMk cId="177915919" sldId="317"/>
        </pc:sldMkLst>
        <pc:spChg chg="mod">
          <ac:chgData name="Alina Zogota" userId="43eac884b96ed7c6" providerId="LiveId" clId="{012EA771-21A8-40D4-969F-3799575A76D9}" dt="2025-12-13T19:23:26.619" v="658" actId="20577"/>
          <ac:spMkLst>
            <pc:docMk/>
            <pc:sldMk cId="177915919" sldId="317"/>
            <ac:spMk id="2" creationId="{B9528C02-FFBA-D32C-CCAC-A8ED3BF85AC5}"/>
          </ac:spMkLst>
        </pc:spChg>
        <pc:spChg chg="ord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5" creationId="{BB489082-AFEF-4036-14BA-03C683D2E880}"/>
          </ac:spMkLst>
        </pc:spChg>
        <pc:spChg chg="del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1265" creationId="{D3A55DC4-2158-FCC5-7C67-219E86F9E39F}"/>
          </ac:spMkLst>
        </pc:spChg>
        <pc:spChg chg="del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1267" creationId="{E6BFDE7E-C0CD-E253-163C-1A9D2E2265B8}"/>
          </ac:spMkLst>
        </pc:spChg>
        <pc:spChg chg="del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1269" creationId="{6AB2F78E-3E42-AEF6-340D-23F22B417557}"/>
          </ac:spMkLst>
        </pc:spChg>
        <pc:spChg chg="del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1271" creationId="{C5D80C38-E0EF-0846-5717-8EE1943EF6BA}"/>
          </ac:spMkLst>
        </pc:spChg>
        <pc:spChg chg="add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1276" creationId="{A8384FB5-9ADC-4DDC-881B-597D56F5B15D}"/>
          </ac:spMkLst>
        </pc:spChg>
        <pc:spChg chg="add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1278" creationId="{1199E1B1-A8C0-4FE8-A5A8-1CB41D69F857}"/>
          </ac:spMkLst>
        </pc:spChg>
        <pc:spChg chg="add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1280" creationId="{84A8DE83-DE75-4B41-9DB4-A7EC0B0DEC0B}"/>
          </ac:spMkLst>
        </pc:spChg>
        <pc:spChg chg="add">
          <ac:chgData name="Alina Zogota" userId="43eac884b96ed7c6" providerId="LiveId" clId="{012EA771-21A8-40D4-969F-3799575A76D9}" dt="2025-12-13T19:22:21.036" v="624" actId="26606"/>
          <ac:spMkLst>
            <pc:docMk/>
            <pc:sldMk cId="177915919" sldId="317"/>
            <ac:spMk id="1282" creationId="{A7009A0A-BEF5-4EAC-AF15-E4F9F002E239}"/>
          </ac:spMkLst>
        </pc:spChg>
        <pc:picChg chg="add mod">
          <ac:chgData name="Alina Zogota" userId="43eac884b96ed7c6" providerId="LiveId" clId="{012EA771-21A8-40D4-969F-3799575A76D9}" dt="2025-12-13T19:22:21.036" v="624" actId="26606"/>
          <ac:picMkLst>
            <pc:docMk/>
            <pc:sldMk cId="177915919" sldId="317"/>
            <ac:picMk id="3" creationId="{7BB2AE36-5645-C41A-FC2D-47368D4A80E7}"/>
          </ac:picMkLst>
        </pc:picChg>
        <pc:picChg chg="add del mod">
          <ac:chgData name="Alina Zogota" userId="43eac884b96ed7c6" providerId="LiveId" clId="{012EA771-21A8-40D4-969F-3799575A76D9}" dt="2025-12-13T19:22:06.660" v="621" actId="21"/>
          <ac:picMkLst>
            <pc:docMk/>
            <pc:sldMk cId="177915919" sldId="317"/>
            <ac:picMk id="4" creationId="{FEE57633-3755-9485-30D0-FAF73D7562CA}"/>
          </ac:picMkLst>
        </pc:picChg>
        <pc:picChg chg="del">
          <ac:chgData name="Alina Zogota" userId="43eac884b96ed7c6" providerId="LiveId" clId="{012EA771-21A8-40D4-969F-3799575A76D9}" dt="2025-12-13T19:21:40.533" v="616" actId="478"/>
          <ac:picMkLst>
            <pc:docMk/>
            <pc:sldMk cId="177915919" sldId="317"/>
            <ac:picMk id="8" creationId="{CCD4D3EB-A08A-F6EC-3CD1-B62702531885}"/>
          </ac:picMkLst>
        </pc:picChg>
      </pc:sldChg>
      <pc:sldChg chg="addSp delSp modSp add mod modAnim">
        <pc:chgData name="Alina Zogota" userId="43eac884b96ed7c6" providerId="LiveId" clId="{012EA771-21A8-40D4-969F-3799575A76D9}" dt="2025-12-14T21:38:32.313" v="1487"/>
        <pc:sldMkLst>
          <pc:docMk/>
          <pc:sldMk cId="4020123363" sldId="318"/>
        </pc:sldMkLst>
        <pc:spChg chg="mod">
          <ac:chgData name="Alina Zogota" userId="43eac884b96ed7c6" providerId="LiveId" clId="{012EA771-21A8-40D4-969F-3799575A76D9}" dt="2025-12-13T19:22:46.192" v="629"/>
          <ac:spMkLst>
            <pc:docMk/>
            <pc:sldMk cId="4020123363" sldId="318"/>
            <ac:spMk id="2" creationId="{C0D28178-4923-94F7-F689-91E131AAD04E}"/>
          </ac:spMkLst>
        </pc:spChg>
        <pc:spChg chg="ord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5" creationId="{C2C762C2-A43A-C8EA-6653-77A71CADFA18}"/>
          </ac:spMkLst>
        </pc:spChg>
        <pc:spChg chg="del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1276" creationId="{E5B92012-D5BA-DFBB-B141-4065061D11CE}"/>
          </ac:spMkLst>
        </pc:spChg>
        <pc:spChg chg="del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1278" creationId="{8A274C07-EE16-6127-FF4E-D1F5C7CC308E}"/>
          </ac:spMkLst>
        </pc:spChg>
        <pc:spChg chg="del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1280" creationId="{B0EC7E70-CD3D-8CA5-A58F-F10488AB4ABA}"/>
          </ac:spMkLst>
        </pc:spChg>
        <pc:spChg chg="del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1282" creationId="{2C5C32F7-1252-38AF-7451-1D6A8A066BAE}"/>
          </ac:spMkLst>
        </pc:spChg>
        <pc:spChg chg="add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1287" creationId="{A8384FB5-9ADC-4DDC-881B-597D56F5B15D}"/>
          </ac:spMkLst>
        </pc:spChg>
        <pc:spChg chg="add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1289" creationId="{1199E1B1-A8C0-4FE8-A5A8-1CB41D69F857}"/>
          </ac:spMkLst>
        </pc:spChg>
        <pc:spChg chg="add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1291" creationId="{84A8DE83-DE75-4B41-9DB4-A7EC0B0DEC0B}"/>
          </ac:spMkLst>
        </pc:spChg>
        <pc:spChg chg="add">
          <ac:chgData name="Alina Zogota" userId="43eac884b96ed7c6" providerId="LiveId" clId="{012EA771-21A8-40D4-969F-3799575A76D9}" dt="2025-12-13T19:22:33.195" v="628" actId="26606"/>
          <ac:spMkLst>
            <pc:docMk/>
            <pc:sldMk cId="4020123363" sldId="318"/>
            <ac:spMk id="1293" creationId="{A7009A0A-BEF5-4EAC-AF15-E4F9F002E239}"/>
          </ac:spMkLst>
        </pc:spChg>
        <pc:picChg chg="del">
          <ac:chgData name="Alina Zogota" userId="43eac884b96ed7c6" providerId="LiveId" clId="{012EA771-21A8-40D4-969F-3799575A76D9}" dt="2025-12-13T19:22:28.486" v="626" actId="478"/>
          <ac:picMkLst>
            <pc:docMk/>
            <pc:sldMk cId="4020123363" sldId="318"/>
            <ac:picMk id="3" creationId="{10AD6635-5DD6-2E09-4298-60184C56D536}"/>
          </ac:picMkLst>
        </pc:picChg>
        <pc:picChg chg="add mod">
          <ac:chgData name="Alina Zogota" userId="43eac884b96ed7c6" providerId="LiveId" clId="{012EA771-21A8-40D4-969F-3799575A76D9}" dt="2025-12-13T19:22:33.195" v="628" actId="26606"/>
          <ac:picMkLst>
            <pc:docMk/>
            <pc:sldMk cId="4020123363" sldId="318"/>
            <ac:picMk id="4" creationId="{FEE57633-3755-9485-30D0-FAF73D7562CA}"/>
          </ac:picMkLst>
        </pc:picChg>
      </pc:sldChg>
      <pc:sldChg chg="addSp delSp modSp add mod ord">
        <pc:chgData name="Alina Zogota" userId="43eac884b96ed7c6" providerId="LiveId" clId="{012EA771-21A8-40D4-969F-3799575A76D9}" dt="2025-12-14T20:42:16.917" v="1409" actId="1076"/>
        <pc:sldMkLst>
          <pc:docMk/>
          <pc:sldMk cId="2298561596" sldId="319"/>
        </pc:sldMkLst>
        <pc:spChg chg="mod">
          <ac:chgData name="Alina Zogota" userId="43eac884b96ed7c6" providerId="LiveId" clId="{012EA771-21A8-40D4-969F-3799575A76D9}" dt="2025-12-14T20:42:16.917" v="1409" actId="1076"/>
          <ac:spMkLst>
            <pc:docMk/>
            <pc:sldMk cId="2298561596" sldId="319"/>
            <ac:spMk id="2" creationId="{B78213DF-2C6D-B1BE-0BAC-68B2182EF0C7}"/>
          </ac:spMkLst>
        </pc:spChg>
        <pc:spChg chg="ord">
          <ac:chgData name="Alina Zogota" userId="43eac884b96ed7c6" providerId="LiveId" clId="{012EA771-21A8-40D4-969F-3799575A76D9}" dt="2025-12-13T19:30:28.275" v="710" actId="26606"/>
          <ac:spMkLst>
            <pc:docMk/>
            <pc:sldMk cId="2298561596" sldId="319"/>
            <ac:spMk id="5" creationId="{AD986240-C899-E1DF-C749-AA326E4D3D2C}"/>
          </ac:spMkLst>
        </pc:spChg>
        <pc:spChg chg="del">
          <ac:chgData name="Alina Zogota" userId="43eac884b96ed7c6" providerId="LiveId" clId="{012EA771-21A8-40D4-969F-3799575A76D9}" dt="2025-12-13T19:30:28.275" v="710" actId="26606"/>
          <ac:spMkLst>
            <pc:docMk/>
            <pc:sldMk cId="2298561596" sldId="319"/>
            <ac:spMk id="1276" creationId="{73BB12FE-13A2-A6D5-3F88-2BC4F86B23CC}"/>
          </ac:spMkLst>
        </pc:spChg>
        <pc:spChg chg="del">
          <ac:chgData name="Alina Zogota" userId="43eac884b96ed7c6" providerId="LiveId" clId="{012EA771-21A8-40D4-969F-3799575A76D9}" dt="2025-12-13T19:30:28.275" v="710" actId="26606"/>
          <ac:spMkLst>
            <pc:docMk/>
            <pc:sldMk cId="2298561596" sldId="319"/>
            <ac:spMk id="1278" creationId="{08CB6FC4-A5EF-1FB0-1DB0-4C0EFD1CF7DE}"/>
          </ac:spMkLst>
        </pc:spChg>
        <pc:spChg chg="del">
          <ac:chgData name="Alina Zogota" userId="43eac884b96ed7c6" providerId="LiveId" clId="{012EA771-21A8-40D4-969F-3799575A76D9}" dt="2025-12-13T19:30:28.275" v="710" actId="26606"/>
          <ac:spMkLst>
            <pc:docMk/>
            <pc:sldMk cId="2298561596" sldId="319"/>
            <ac:spMk id="1280" creationId="{E4A6B23F-C178-FFF1-8253-5F1B1C9AB474}"/>
          </ac:spMkLst>
        </pc:spChg>
        <pc:spChg chg="add del">
          <ac:chgData name="Alina Zogota" userId="43eac884b96ed7c6" providerId="LiveId" clId="{012EA771-21A8-40D4-969F-3799575A76D9}" dt="2025-12-13T19:30:55.369" v="716" actId="26606"/>
          <ac:spMkLst>
            <pc:docMk/>
            <pc:sldMk cId="2298561596" sldId="319"/>
            <ac:spMk id="1287" creationId="{398F3DEE-0E56-499F-AFAE-C2DA7C2C815B}"/>
          </ac:spMkLst>
        </pc:spChg>
        <pc:spChg chg="add">
          <ac:chgData name="Alina Zogota" userId="43eac884b96ed7c6" providerId="LiveId" clId="{012EA771-21A8-40D4-969F-3799575A76D9}" dt="2025-12-13T19:30:28.275" v="710" actId="26606"/>
          <ac:spMkLst>
            <pc:docMk/>
            <pc:sldMk cId="2298561596" sldId="319"/>
            <ac:spMk id="1289" creationId="{C32A21FE-C56B-42B6-82D1-D3F0C4A47A3C}"/>
          </ac:spMkLst>
        </pc:spChg>
        <pc:spChg chg="add del">
          <ac:chgData name="Alina Zogota" userId="43eac884b96ed7c6" providerId="LiveId" clId="{012EA771-21A8-40D4-969F-3799575A76D9}" dt="2025-12-13T19:30:55.369" v="716" actId="26606"/>
          <ac:spMkLst>
            <pc:docMk/>
            <pc:sldMk cId="2298561596" sldId="319"/>
            <ac:spMk id="1291" creationId="{C4BE011A-C166-4E7B-A300-18676738081C}"/>
          </ac:spMkLst>
        </pc:spChg>
        <pc:spChg chg="add">
          <ac:chgData name="Alina Zogota" userId="43eac884b96ed7c6" providerId="LiveId" clId="{012EA771-21A8-40D4-969F-3799575A76D9}" dt="2025-12-13T19:30:28.275" v="710" actId="26606"/>
          <ac:spMkLst>
            <pc:docMk/>
            <pc:sldMk cId="2298561596" sldId="319"/>
            <ac:spMk id="1293" creationId="{1261A9AF-2897-4CFD-9D9D-17105C8A22D2}"/>
          </ac:spMkLst>
        </pc:spChg>
        <pc:spChg chg="add">
          <ac:chgData name="Alina Zogota" userId="43eac884b96ed7c6" providerId="LiveId" clId="{012EA771-21A8-40D4-969F-3799575A76D9}" dt="2025-12-13T19:30:28.275" v="710" actId="26606"/>
          <ac:spMkLst>
            <pc:docMk/>
            <pc:sldMk cId="2298561596" sldId="319"/>
            <ac:spMk id="1295" creationId="{755E56EF-ADF6-479C-99B3-ADDDE6959783}"/>
          </ac:spMkLst>
        </pc:spChg>
        <pc:spChg chg="add del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00" creationId="{398F3DEE-0E56-499F-AFAE-C2DA7C2C815B}"/>
          </ac:spMkLst>
        </pc:spChg>
        <pc:spChg chg="add del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02" creationId="{76077A66-26E5-4BDD-99AC-19998AC56B1C}"/>
          </ac:spMkLst>
        </pc:spChg>
        <pc:spChg chg="add">
          <ac:chgData name="Alina Zogota" userId="43eac884b96ed7c6" providerId="LiveId" clId="{012EA771-21A8-40D4-969F-3799575A76D9}" dt="2025-12-13T19:30:55.369" v="716" actId="26606"/>
          <ac:spMkLst>
            <pc:docMk/>
            <pc:sldMk cId="2298561596" sldId="319"/>
            <ac:spMk id="1304" creationId="{CC7C8FC4-294D-4B63-9B55-1E1BF34CED89}"/>
          </ac:spMkLst>
        </pc:spChg>
        <pc:spChg chg="add del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06" creationId="{16BA2A44-9824-4572-8098-0929558CCE27}"/>
          </ac:spMkLst>
        </pc:spChg>
        <pc:spChg chg="add del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08" creationId="{3881C908-FA5D-4DC1-BC31-59002F2CF5E9}"/>
          </ac:spMkLst>
        </pc:spChg>
        <pc:spChg chg="add del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12" creationId="{14CABDEF-7A93-403A-BEB2-DDC0F89AB5FD}"/>
          </ac:spMkLst>
        </pc:spChg>
        <pc:spChg chg="add del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14" creationId="{8D1D1AF0-0A5D-4548-869C-5A5CBCE02CCB}"/>
          </ac:spMkLst>
        </pc:spChg>
        <pc:spChg chg="add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21" creationId="{E85CCF60-79A2-440A-86A2-1A64A59F7B5C}"/>
          </ac:spMkLst>
        </pc:spChg>
        <pc:spChg chg="add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23" creationId="{3F2162BA-EECD-43E0-99D9-C00B19482E50}"/>
          </ac:spMkLst>
        </pc:spChg>
        <pc:spChg chg="add">
          <ac:chgData name="Alina Zogota" userId="43eac884b96ed7c6" providerId="LiveId" clId="{012EA771-21A8-40D4-969F-3799575A76D9}" dt="2025-12-13T19:31:11.868" v="718" actId="26606"/>
          <ac:spMkLst>
            <pc:docMk/>
            <pc:sldMk cId="2298561596" sldId="319"/>
            <ac:spMk id="1325" creationId="{160DB805-F71F-46BB-A8CC-74F6D8306F98}"/>
          </ac:spMkLst>
        </pc:spChg>
        <pc:picChg chg="del">
          <ac:chgData name="Alina Zogota" userId="43eac884b96ed7c6" providerId="LiveId" clId="{012EA771-21A8-40D4-969F-3799575A76D9}" dt="2025-12-13T19:29:04.337" v="702" actId="478"/>
          <ac:picMkLst>
            <pc:docMk/>
            <pc:sldMk cId="2298561596" sldId="319"/>
            <ac:picMk id="3" creationId="{EB537C4A-2FB0-4CF2-538C-08307D229213}"/>
          </ac:picMkLst>
        </pc:picChg>
        <pc:picChg chg="del">
          <ac:chgData name="Alina Zogota" userId="43eac884b96ed7c6" providerId="LiveId" clId="{012EA771-21A8-40D4-969F-3799575A76D9}" dt="2025-12-13T19:29:03.260" v="701" actId="478"/>
          <ac:picMkLst>
            <pc:docMk/>
            <pc:sldMk cId="2298561596" sldId="319"/>
            <ac:picMk id="4" creationId="{A3AEFE1D-31DA-0AFC-AA59-009A48B9EB58}"/>
          </ac:picMkLst>
        </pc:picChg>
        <pc:picChg chg="add mod">
          <ac:chgData name="Alina Zogota" userId="43eac884b96ed7c6" providerId="LiveId" clId="{012EA771-21A8-40D4-969F-3799575A76D9}" dt="2025-12-13T19:30:48.132" v="715" actId="14100"/>
          <ac:picMkLst>
            <pc:docMk/>
            <pc:sldMk cId="2298561596" sldId="319"/>
            <ac:picMk id="6" creationId="{B2937CA7-0A35-75DE-D506-549F2378E294}"/>
          </ac:picMkLst>
        </pc:picChg>
        <pc:picChg chg="add del mod">
          <ac:chgData name="Alina Zogota" userId="43eac884b96ed7c6" providerId="LiveId" clId="{012EA771-21A8-40D4-969F-3799575A76D9}" dt="2025-12-13T19:29:48.252" v="706" actId="478"/>
          <ac:picMkLst>
            <pc:docMk/>
            <pc:sldMk cId="2298561596" sldId="319"/>
            <ac:picMk id="7" creationId="{28084EFA-A8E2-BD47-9EBC-120BAC54DA53}"/>
          </ac:picMkLst>
        </pc:picChg>
        <pc:picChg chg="add mod">
          <ac:chgData name="Alina Zogota" userId="43eac884b96ed7c6" providerId="LiveId" clId="{012EA771-21A8-40D4-969F-3799575A76D9}" dt="2025-12-13T19:31:30.576" v="722" actId="1076"/>
          <ac:picMkLst>
            <pc:docMk/>
            <pc:sldMk cId="2298561596" sldId="319"/>
            <ac:picMk id="8" creationId="{F13D3ABA-B5F5-8FAE-4DE7-246D71DC7482}"/>
          </ac:picMkLst>
        </pc:picChg>
        <pc:picChg chg="add mod">
          <ac:chgData name="Alina Zogota" userId="43eac884b96ed7c6" providerId="LiveId" clId="{012EA771-21A8-40D4-969F-3799575A76D9}" dt="2025-12-13T19:30:09.615" v="708"/>
          <ac:picMkLst>
            <pc:docMk/>
            <pc:sldMk cId="2298561596" sldId="319"/>
            <ac:picMk id="9" creationId="{72057610-52F8-6090-D9C3-B141A177AB11}"/>
          </ac:picMkLst>
        </pc:picChg>
        <pc:picChg chg="add mod">
          <ac:chgData name="Alina Zogota" userId="43eac884b96ed7c6" providerId="LiveId" clId="{012EA771-21A8-40D4-969F-3799575A76D9}" dt="2025-12-13T19:31:26.473" v="720" actId="1076"/>
          <ac:picMkLst>
            <pc:docMk/>
            <pc:sldMk cId="2298561596" sldId="319"/>
            <ac:picMk id="10" creationId="{642F7565-F352-4C2D-C229-F2FF7ADD5543}"/>
          </ac:picMkLst>
        </pc:picChg>
      </pc:sldChg>
      <pc:sldChg chg="addSp delSp modSp add mod ord modAnim">
        <pc:chgData name="Alina Zogota" userId="43eac884b96ed7c6" providerId="LiveId" clId="{012EA771-21A8-40D4-969F-3799575A76D9}" dt="2025-12-14T21:38:13.368" v="1483"/>
        <pc:sldMkLst>
          <pc:docMk/>
          <pc:sldMk cId="3160682109" sldId="320"/>
        </pc:sldMkLst>
        <pc:spChg chg="mod">
          <ac:chgData name="Alina Zogota" userId="43eac884b96ed7c6" providerId="LiveId" clId="{012EA771-21A8-40D4-969F-3799575A76D9}" dt="2025-12-14T20:42:34.420" v="1412" actId="1076"/>
          <ac:spMkLst>
            <pc:docMk/>
            <pc:sldMk cId="3160682109" sldId="320"/>
            <ac:spMk id="2" creationId="{E87D5071-4773-131E-22FF-C6B1BAEF3ACD}"/>
          </ac:spMkLst>
        </pc:spChg>
        <pc:spChg chg="ord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5" creationId="{66D5F921-4D25-A406-6EE7-C84BFC8AB4B3}"/>
          </ac:spMkLst>
        </pc:spChg>
        <pc:spChg chg="del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1319" creationId="{4C1D0080-CD27-F5C7-1C32-AB0B8B80B0FD}"/>
          </ac:spMkLst>
        </pc:spChg>
        <pc:spChg chg="del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1321" creationId="{6DABC66D-AB25-94D7-A2D7-E54B200A9410}"/>
          </ac:spMkLst>
        </pc:spChg>
        <pc:spChg chg="del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1323" creationId="{8BA98732-C935-7982-0D80-3509825C94F2}"/>
          </ac:spMkLst>
        </pc:spChg>
        <pc:spChg chg="del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1325" creationId="{793A5F84-D38A-0B48-3182-4D83751FD4B3}"/>
          </ac:spMkLst>
        </pc:spChg>
        <pc:spChg chg="del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1327" creationId="{1CE5EC42-9430-3B92-8FDA-F8816D80D726}"/>
          </ac:spMkLst>
        </pc:spChg>
        <pc:spChg chg="add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1332" creationId="{398F3DEE-0E56-499F-AFAE-C2DA7C2C815B}"/>
          </ac:spMkLst>
        </pc:spChg>
        <pc:spChg chg="add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1334" creationId="{E85CCF60-79A2-440A-86A2-1A64A59F7B5C}"/>
          </ac:spMkLst>
        </pc:spChg>
        <pc:spChg chg="add">
          <ac:chgData name="Alina Zogota" userId="43eac884b96ed7c6" providerId="LiveId" clId="{012EA771-21A8-40D4-969F-3799575A76D9}" dt="2025-12-13T19:33:35.544" v="751" actId="26606"/>
          <ac:spMkLst>
            <pc:docMk/>
            <pc:sldMk cId="3160682109" sldId="320"/>
            <ac:spMk id="1340" creationId="{6F91054C-3439-420E-88EB-F0A5637EC5C4}"/>
          </ac:spMkLst>
        </pc:spChg>
        <pc:picChg chg="add mod">
          <ac:chgData name="Alina Zogota" userId="43eac884b96ed7c6" providerId="LiveId" clId="{012EA771-21A8-40D4-969F-3799575A76D9}" dt="2025-12-13T19:34:14.338" v="762" actId="14100"/>
          <ac:picMkLst>
            <pc:docMk/>
            <pc:sldMk cId="3160682109" sldId="320"/>
            <ac:picMk id="3" creationId="{232AD90E-F0B6-2963-092F-DBF83DE8568F}"/>
          </ac:picMkLst>
        </pc:picChg>
        <pc:picChg chg="add mod">
          <ac:chgData name="Alina Zogota" userId="43eac884b96ed7c6" providerId="LiveId" clId="{012EA771-21A8-40D4-969F-3799575A76D9}" dt="2025-12-13T19:34:34.943" v="767" actId="14100"/>
          <ac:picMkLst>
            <pc:docMk/>
            <pc:sldMk cId="3160682109" sldId="320"/>
            <ac:picMk id="4" creationId="{C2602C9F-50E3-F1A5-DEC8-28F3B2E95950}"/>
          </ac:picMkLst>
        </pc:picChg>
        <pc:picChg chg="del">
          <ac:chgData name="Alina Zogota" userId="43eac884b96ed7c6" providerId="LiveId" clId="{012EA771-21A8-40D4-969F-3799575A76D9}" dt="2025-12-13T19:32:10.180" v="735" actId="478"/>
          <ac:picMkLst>
            <pc:docMk/>
            <pc:sldMk cId="3160682109" sldId="320"/>
            <ac:picMk id="6" creationId="{BEA23A0A-15C2-46FF-8E25-9691EC6458C8}"/>
          </ac:picMkLst>
        </pc:picChg>
        <pc:picChg chg="add mod">
          <ac:chgData name="Alina Zogota" userId="43eac884b96ed7c6" providerId="LiveId" clId="{012EA771-21A8-40D4-969F-3799575A76D9}" dt="2025-12-13T19:34:28.835" v="766" actId="14100"/>
          <ac:picMkLst>
            <pc:docMk/>
            <pc:sldMk cId="3160682109" sldId="320"/>
            <ac:picMk id="7" creationId="{AF20B23D-EDDE-5290-AB51-BE4DD45B3377}"/>
          </ac:picMkLst>
        </pc:picChg>
        <pc:picChg chg="del">
          <ac:chgData name="Alina Zogota" userId="43eac884b96ed7c6" providerId="LiveId" clId="{012EA771-21A8-40D4-969F-3799575A76D9}" dt="2025-12-13T19:32:09.795" v="734" actId="478"/>
          <ac:picMkLst>
            <pc:docMk/>
            <pc:sldMk cId="3160682109" sldId="320"/>
            <ac:picMk id="8" creationId="{DA36B3AD-252F-2775-D876-FB086AB3B04E}"/>
          </ac:picMkLst>
        </pc:picChg>
        <pc:picChg chg="del">
          <ac:chgData name="Alina Zogota" userId="43eac884b96ed7c6" providerId="LiveId" clId="{012EA771-21A8-40D4-969F-3799575A76D9}" dt="2025-12-13T19:32:09.202" v="733" actId="478"/>
          <ac:picMkLst>
            <pc:docMk/>
            <pc:sldMk cId="3160682109" sldId="320"/>
            <ac:picMk id="9" creationId="{94A22FEA-C288-83EE-E8BA-0547814BE97D}"/>
          </ac:picMkLst>
        </pc:picChg>
        <pc:picChg chg="del">
          <ac:chgData name="Alina Zogota" userId="43eac884b96ed7c6" providerId="LiveId" clId="{012EA771-21A8-40D4-969F-3799575A76D9}" dt="2025-12-13T19:32:08.556" v="732" actId="478"/>
          <ac:picMkLst>
            <pc:docMk/>
            <pc:sldMk cId="3160682109" sldId="320"/>
            <ac:picMk id="10" creationId="{487B271A-C48E-3A8D-323A-1A9CA10F6501}"/>
          </ac:picMkLst>
        </pc:picChg>
        <pc:picChg chg="add mod">
          <ac:chgData name="Alina Zogota" userId="43eac884b96ed7c6" providerId="LiveId" clId="{012EA771-21A8-40D4-969F-3799575A76D9}" dt="2025-12-13T19:34:23.797" v="765" actId="1076"/>
          <ac:picMkLst>
            <pc:docMk/>
            <pc:sldMk cId="3160682109" sldId="320"/>
            <ac:picMk id="11" creationId="{F02B3F97-34B7-CF1D-C8C3-04DC97BFEE47}"/>
          </ac:picMkLst>
        </pc:picChg>
      </pc:sldChg>
      <pc:sldChg chg="addSp delSp modSp add mod modAnim">
        <pc:chgData name="Alina Zogota" userId="43eac884b96ed7c6" providerId="LiveId" clId="{012EA771-21A8-40D4-969F-3799575A76D9}" dt="2025-12-14T21:37:43.461" v="1477"/>
        <pc:sldMkLst>
          <pc:docMk/>
          <pc:sldMk cId="920348603" sldId="321"/>
        </pc:sldMkLst>
        <pc:spChg chg="mod">
          <ac:chgData name="Alina Zogota" userId="43eac884b96ed7c6" providerId="LiveId" clId="{012EA771-21A8-40D4-969F-3799575A76D9}" dt="2025-12-14T20:40:54.756" v="1394" actId="1076"/>
          <ac:spMkLst>
            <pc:docMk/>
            <pc:sldMk cId="920348603" sldId="321"/>
            <ac:spMk id="2" creationId="{61B2D7B3-210E-6559-AD5B-9E971570C738}"/>
          </ac:spMkLst>
        </pc:spChg>
        <pc:spChg chg="add">
          <ac:chgData name="Alina Zogota" userId="43eac884b96ed7c6" providerId="LiveId" clId="{012EA771-21A8-40D4-969F-3799575A76D9}" dt="2025-12-14T18:47:49.050" v="1150"/>
          <ac:spMkLst>
            <pc:docMk/>
            <pc:sldMk cId="920348603" sldId="321"/>
            <ac:spMk id="3" creationId="{68C31B23-34D5-0C06-7927-D7B158F74B3B}"/>
          </ac:spMkLst>
        </pc:spChg>
        <pc:spChg chg="add">
          <ac:chgData name="Alina Zogota" userId="43eac884b96ed7c6" providerId="LiveId" clId="{012EA771-21A8-40D4-969F-3799575A76D9}" dt="2025-12-14T18:47:55.780" v="1152"/>
          <ac:spMkLst>
            <pc:docMk/>
            <pc:sldMk cId="920348603" sldId="321"/>
            <ac:spMk id="4" creationId="{A25BD3CF-3264-9FD1-4583-EA6A352CA925}"/>
          </ac:spMkLst>
        </pc:spChg>
        <pc:spChg chg="del">
          <ac:chgData name="Alina Zogota" userId="43eac884b96ed7c6" providerId="LiveId" clId="{012EA771-21A8-40D4-969F-3799575A76D9}" dt="2025-12-14T18:51:24.572" v="1202" actId="478"/>
          <ac:spMkLst>
            <pc:docMk/>
            <pc:sldMk cId="920348603" sldId="321"/>
            <ac:spMk id="5" creationId="{5C705B87-1F88-4E05-6ED1-7B7BBEBAF021}"/>
          </ac:spMkLst>
        </pc:spChg>
        <pc:spChg chg="add mod">
          <ac:chgData name="Alina Zogota" userId="43eac884b96ed7c6" providerId="LiveId" clId="{012EA771-21A8-40D4-969F-3799575A76D9}" dt="2025-12-14T20:34:22.491" v="1320" actId="20577"/>
          <ac:spMkLst>
            <pc:docMk/>
            <pc:sldMk cId="920348603" sldId="321"/>
            <ac:spMk id="7" creationId="{C0A34514-07DD-FAF6-B984-E2009322FBCA}"/>
          </ac:spMkLst>
        </pc:spChg>
        <pc:spChg chg="mod">
          <ac:chgData name="Alina Zogota" userId="43eac884b96ed7c6" providerId="LiveId" clId="{012EA771-21A8-40D4-969F-3799575A76D9}" dt="2025-12-14T18:51:14.716" v="1200" actId="1076"/>
          <ac:spMkLst>
            <pc:docMk/>
            <pc:sldMk cId="920348603" sldId="321"/>
            <ac:spMk id="10" creationId="{D6E6A765-9C8E-6807-8F0A-C5C1CAD9F9CC}"/>
          </ac:spMkLst>
        </pc:spChg>
      </pc:sldChg>
      <pc:sldChg chg="modSp add mod ord">
        <pc:chgData name="Alina Zogota" userId="43eac884b96ed7c6" providerId="LiveId" clId="{012EA771-21A8-40D4-969F-3799575A76D9}" dt="2025-12-14T20:40:00.463" v="1388" actId="14100"/>
        <pc:sldMkLst>
          <pc:docMk/>
          <pc:sldMk cId="4021421829" sldId="322"/>
        </pc:sldMkLst>
        <pc:spChg chg="mod">
          <ac:chgData name="Alina Zogota" userId="43eac884b96ed7c6" providerId="LiveId" clId="{012EA771-21A8-40D4-969F-3799575A76D9}" dt="2025-12-14T20:40:00.463" v="1388" actId="14100"/>
          <ac:spMkLst>
            <pc:docMk/>
            <pc:sldMk cId="4021421829" sldId="322"/>
            <ac:spMk id="2" creationId="{075FB986-AFFC-363B-3C00-CD50679FA353}"/>
          </ac:spMkLst>
        </pc:spChg>
      </pc:sldChg>
      <pc:sldChg chg="modSp add">
        <pc:chgData name="Alina Zogota" userId="43eac884b96ed7c6" providerId="LiveId" clId="{012EA771-21A8-40D4-969F-3799575A76D9}" dt="2025-12-14T21:43:24.021" v="1495" actId="20577"/>
        <pc:sldMkLst>
          <pc:docMk/>
          <pc:sldMk cId="1494466404" sldId="323"/>
        </pc:sldMkLst>
        <pc:spChg chg="mod">
          <ac:chgData name="Alina Zogota" userId="43eac884b96ed7c6" providerId="LiveId" clId="{012EA771-21A8-40D4-969F-3799575A76D9}" dt="2025-12-14T21:43:24.021" v="1495" actId="20577"/>
          <ac:spMkLst>
            <pc:docMk/>
            <pc:sldMk cId="1494466404" sldId="323"/>
            <ac:spMk id="2" creationId="{A3EF0970-090F-8B79-9188-69A4BD282067}"/>
          </ac:spMkLst>
        </pc:spChg>
      </pc:sldChg>
      <pc:sldChg chg="addSp delSp modSp add mod ord modAnim">
        <pc:chgData name="Alina Zogota" userId="43eac884b96ed7c6" providerId="LiveId" clId="{012EA771-21A8-40D4-969F-3799575A76D9}" dt="2025-12-14T21:38:47.807" v="1490"/>
        <pc:sldMkLst>
          <pc:docMk/>
          <pc:sldMk cId="3741461598" sldId="324"/>
        </pc:sldMkLst>
        <pc:spChg chg="mod">
          <ac:chgData name="Alina Zogota" userId="43eac884b96ed7c6" providerId="LiveId" clId="{012EA771-21A8-40D4-969F-3799575A76D9}" dt="2025-12-14T20:46:57.293" v="1427" actId="27636"/>
          <ac:spMkLst>
            <pc:docMk/>
            <pc:sldMk cId="3741461598" sldId="324"/>
            <ac:spMk id="2" creationId="{61EB4264-C338-95B1-6D23-B33FCC6B754B}"/>
          </ac:spMkLst>
        </pc:spChg>
        <pc:spChg chg="add">
          <ac:chgData name="Alina Zogota" userId="43eac884b96ed7c6" providerId="LiveId" clId="{012EA771-21A8-40D4-969F-3799575A76D9}" dt="2025-12-14T20:47:09.057" v="1428"/>
          <ac:spMkLst>
            <pc:docMk/>
            <pc:sldMk cId="3741461598" sldId="324"/>
            <ac:spMk id="3" creationId="{867702FA-E629-635E-1D8F-70B082ED9918}"/>
          </ac:spMkLst>
        </pc:spChg>
        <pc:spChg chg="add del mod">
          <ac:chgData name="Alina Zogota" userId="43eac884b96ed7c6" providerId="LiveId" clId="{012EA771-21A8-40D4-969F-3799575A76D9}" dt="2025-12-14T20:47:32.832" v="1434" actId="478"/>
          <ac:spMkLst>
            <pc:docMk/>
            <pc:sldMk cId="3741461598" sldId="324"/>
            <ac:spMk id="4" creationId="{6CB81B29-4FE6-CC48-9DE6-88EFE15D5F0E}"/>
          </ac:spMkLst>
        </pc:spChg>
        <pc:spChg chg="del mod">
          <ac:chgData name="Alina Zogota" userId="43eac884b96ed7c6" providerId="LiveId" clId="{012EA771-21A8-40D4-969F-3799575A76D9}" dt="2025-12-14T20:47:37.277" v="1436" actId="478"/>
          <ac:spMkLst>
            <pc:docMk/>
            <pc:sldMk cId="3741461598" sldId="324"/>
            <ac:spMk id="5" creationId="{D95DDEFF-E42B-3F37-5BF5-6CDF5666F6D7}"/>
          </ac:spMkLst>
        </pc:spChg>
        <pc:spChg chg="add del mod">
          <ac:chgData name="Alina Zogota" userId="43eac884b96ed7c6" providerId="LiveId" clId="{012EA771-21A8-40D4-969F-3799575A76D9}" dt="2025-12-14T20:48:30.869" v="1451" actId="1076"/>
          <ac:spMkLst>
            <pc:docMk/>
            <pc:sldMk cId="3741461598" sldId="324"/>
            <ac:spMk id="6" creationId="{E77553A8-28F5-73CE-03F8-82B8E6558F4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C6411F-68CC-44BF-89E4-88B2170E9BB5}" type="doc">
      <dgm:prSet loTypeId="urn:microsoft.com/office/officeart/2005/8/layout/default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85D358C-0360-45CC-B211-F8DAA2CC5E1A}">
      <dgm:prSet/>
      <dgm:spPr/>
      <dgm:t>
        <a:bodyPr/>
        <a:lstStyle/>
        <a:p>
          <a:pPr>
            <a:buNone/>
          </a:pPr>
          <a:r>
            <a:rPr lang="en-US" dirty="0"/>
            <a:t>Cognitive Load Theory</a:t>
          </a:r>
          <a:endParaRPr lang="lv-LV" dirty="0"/>
        </a:p>
      </dgm:t>
    </dgm:pt>
    <dgm:pt modelId="{F40C0FD5-A144-47DC-A73D-A7C8FA55819A}" type="parTrans" cxnId="{8F3BBF22-A59B-4905-917A-F89FBAE63278}">
      <dgm:prSet/>
      <dgm:spPr/>
      <dgm:t>
        <a:bodyPr/>
        <a:lstStyle/>
        <a:p>
          <a:endParaRPr lang="en-US"/>
        </a:p>
      </dgm:t>
    </dgm:pt>
    <dgm:pt modelId="{04B3D7AF-DF84-4791-A56E-781866120DF1}" type="sibTrans" cxnId="{8F3BBF22-A59B-4905-917A-F89FBAE63278}">
      <dgm:prSet/>
      <dgm:spPr/>
      <dgm:t>
        <a:bodyPr/>
        <a:lstStyle/>
        <a:p>
          <a:endParaRPr lang="en-US"/>
        </a:p>
      </dgm:t>
    </dgm:pt>
    <dgm:pt modelId="{4F88286B-F429-411E-9ADF-53B9594D4D58}">
      <dgm:prSet/>
      <dgm:spPr/>
      <dgm:t>
        <a:bodyPr/>
        <a:lstStyle/>
        <a:p>
          <a:r>
            <a:rPr lang="en-US" b="0" dirty="0"/>
            <a:t>Information Architecture</a:t>
          </a:r>
          <a:endParaRPr lang="en-US" dirty="0"/>
        </a:p>
      </dgm:t>
    </dgm:pt>
    <dgm:pt modelId="{A3DA4594-4875-41FC-A8D7-53C8BED5D45A}" type="parTrans" cxnId="{5BB49C35-FA30-4A39-AA90-31F752274EA4}">
      <dgm:prSet/>
      <dgm:spPr/>
      <dgm:t>
        <a:bodyPr/>
        <a:lstStyle/>
        <a:p>
          <a:endParaRPr lang="en-US"/>
        </a:p>
      </dgm:t>
    </dgm:pt>
    <dgm:pt modelId="{CE85F5EE-7CFD-40E0-A005-4643CA58E1E2}" type="sibTrans" cxnId="{5BB49C35-FA30-4A39-AA90-31F752274EA4}">
      <dgm:prSet/>
      <dgm:spPr/>
      <dgm:t>
        <a:bodyPr/>
        <a:lstStyle/>
        <a:p>
          <a:endParaRPr lang="en-US"/>
        </a:p>
      </dgm:t>
    </dgm:pt>
    <dgm:pt modelId="{C8AF1093-25C9-4130-9D50-68EDECDC681A}">
      <dgm:prSet/>
      <dgm:spPr>
        <a:solidFill>
          <a:srgbClr val="08233F"/>
        </a:solidFill>
        <a:ln w="5715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dirty="0"/>
            <a:t>User Centered design</a:t>
          </a:r>
        </a:p>
      </dgm:t>
    </dgm:pt>
    <dgm:pt modelId="{ED6BE18C-91D0-4479-B109-FB440C283FDE}" type="parTrans" cxnId="{13006B27-0E8F-4E3B-83BC-49D7EED2A451}">
      <dgm:prSet/>
      <dgm:spPr/>
      <dgm:t>
        <a:bodyPr/>
        <a:lstStyle/>
        <a:p>
          <a:endParaRPr lang="en-US"/>
        </a:p>
      </dgm:t>
    </dgm:pt>
    <dgm:pt modelId="{829437F2-1204-4A4B-BC74-27EDCB56CC64}" type="sibTrans" cxnId="{13006B27-0E8F-4E3B-83BC-49D7EED2A451}">
      <dgm:prSet/>
      <dgm:spPr/>
      <dgm:t>
        <a:bodyPr/>
        <a:lstStyle/>
        <a:p>
          <a:endParaRPr lang="en-US"/>
        </a:p>
      </dgm:t>
    </dgm:pt>
    <dgm:pt modelId="{FF3D779A-5040-40A0-B71A-C56F1D74E87F}">
      <dgm:prSet/>
      <dgm:spPr/>
      <dgm:t>
        <a:bodyPr/>
        <a:lstStyle/>
        <a:p>
          <a:r>
            <a:rPr lang="en-US" dirty="0"/>
            <a:t>UX Prototyping &amp; Testing</a:t>
          </a:r>
        </a:p>
      </dgm:t>
    </dgm:pt>
    <dgm:pt modelId="{CE97D095-54D3-47F6-B91D-CF529F9B1C66}" type="parTrans" cxnId="{6EB94FA5-FE81-462E-8FAF-A867F8731B12}">
      <dgm:prSet/>
      <dgm:spPr/>
      <dgm:t>
        <a:bodyPr/>
        <a:lstStyle/>
        <a:p>
          <a:endParaRPr lang="en-US"/>
        </a:p>
      </dgm:t>
    </dgm:pt>
    <dgm:pt modelId="{CCFCC429-1E82-430F-960D-C9B20E576A61}" type="sibTrans" cxnId="{6EB94FA5-FE81-462E-8FAF-A867F8731B12}">
      <dgm:prSet/>
      <dgm:spPr/>
      <dgm:t>
        <a:bodyPr/>
        <a:lstStyle/>
        <a:p>
          <a:endParaRPr lang="en-US"/>
        </a:p>
      </dgm:t>
    </dgm:pt>
    <dgm:pt modelId="{7E0824D8-3F03-4C43-97DD-56CE7E40D329}">
      <dgm:prSet/>
      <dgm:spPr>
        <a:ln w="5715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b="0" dirty="0"/>
            <a:t>Quantitative Analysis</a:t>
          </a:r>
        </a:p>
      </dgm:t>
    </dgm:pt>
    <dgm:pt modelId="{34C65361-EB01-45D8-9192-F2B28B5C4A15}" type="parTrans" cxnId="{C44C44E6-6AEC-4239-9A5A-DF12616235F6}">
      <dgm:prSet/>
      <dgm:spPr/>
      <dgm:t>
        <a:bodyPr/>
        <a:lstStyle/>
        <a:p>
          <a:endParaRPr lang="en-US"/>
        </a:p>
      </dgm:t>
    </dgm:pt>
    <dgm:pt modelId="{86DDF1F5-B65E-4F21-A123-C0C9D2B9BA85}" type="sibTrans" cxnId="{C44C44E6-6AEC-4239-9A5A-DF12616235F6}">
      <dgm:prSet/>
      <dgm:spPr/>
      <dgm:t>
        <a:bodyPr/>
        <a:lstStyle/>
        <a:p>
          <a:endParaRPr lang="en-US"/>
        </a:p>
      </dgm:t>
    </dgm:pt>
    <dgm:pt modelId="{2C892A1E-AB84-4635-A8A0-D5C47197E3A9}">
      <dgm:prSet/>
      <dgm:spPr/>
      <dgm:t>
        <a:bodyPr/>
        <a:lstStyle/>
        <a:p>
          <a:r>
            <a:rPr lang="en-US" b="0" dirty="0"/>
            <a:t>NLP supported user feedback</a:t>
          </a:r>
        </a:p>
      </dgm:t>
    </dgm:pt>
    <dgm:pt modelId="{0D38765A-956B-4F23-B41C-A473DEC96E07}" type="parTrans" cxnId="{397EBB53-845D-488B-B4B2-E0D590003035}">
      <dgm:prSet/>
      <dgm:spPr/>
      <dgm:t>
        <a:bodyPr/>
        <a:lstStyle/>
        <a:p>
          <a:endParaRPr lang="en-US"/>
        </a:p>
      </dgm:t>
    </dgm:pt>
    <dgm:pt modelId="{5BBD4FC6-8065-459F-9824-D963943075E9}" type="sibTrans" cxnId="{397EBB53-845D-488B-B4B2-E0D590003035}">
      <dgm:prSet/>
      <dgm:spPr/>
      <dgm:t>
        <a:bodyPr/>
        <a:lstStyle/>
        <a:p>
          <a:endParaRPr lang="en-US"/>
        </a:p>
      </dgm:t>
    </dgm:pt>
    <dgm:pt modelId="{CF104ADC-645D-463A-8E5B-AD215B71EF7C}" type="pres">
      <dgm:prSet presAssocID="{6BC6411F-68CC-44BF-89E4-88B2170E9BB5}" presName="diagram" presStyleCnt="0">
        <dgm:presLayoutVars>
          <dgm:dir/>
          <dgm:resizeHandles val="exact"/>
        </dgm:presLayoutVars>
      </dgm:prSet>
      <dgm:spPr/>
    </dgm:pt>
    <dgm:pt modelId="{A0D92E83-3E86-41D5-834B-14DAA7DADD02}" type="pres">
      <dgm:prSet presAssocID="{185D358C-0360-45CC-B211-F8DAA2CC5E1A}" presName="node" presStyleLbl="node1" presStyleIdx="0" presStyleCnt="6">
        <dgm:presLayoutVars>
          <dgm:bulletEnabled val="1"/>
        </dgm:presLayoutVars>
      </dgm:prSet>
      <dgm:spPr/>
    </dgm:pt>
    <dgm:pt modelId="{3AED773C-62B5-431D-8468-A466BA44E8ED}" type="pres">
      <dgm:prSet presAssocID="{04B3D7AF-DF84-4791-A56E-781866120DF1}" presName="sibTrans" presStyleCnt="0"/>
      <dgm:spPr/>
    </dgm:pt>
    <dgm:pt modelId="{35EB102F-293B-46AD-A876-F196846173AC}" type="pres">
      <dgm:prSet presAssocID="{4F88286B-F429-411E-9ADF-53B9594D4D58}" presName="node" presStyleLbl="node1" presStyleIdx="1" presStyleCnt="6">
        <dgm:presLayoutVars>
          <dgm:bulletEnabled val="1"/>
        </dgm:presLayoutVars>
      </dgm:prSet>
      <dgm:spPr/>
    </dgm:pt>
    <dgm:pt modelId="{AD677D20-00F5-4761-BEF9-44A2EDA3B25B}" type="pres">
      <dgm:prSet presAssocID="{CE85F5EE-7CFD-40E0-A005-4643CA58E1E2}" presName="sibTrans" presStyleCnt="0"/>
      <dgm:spPr/>
    </dgm:pt>
    <dgm:pt modelId="{0250C6D1-B426-43DE-AB91-C7F1E46A8036}" type="pres">
      <dgm:prSet presAssocID="{C8AF1093-25C9-4130-9D50-68EDECDC681A}" presName="node" presStyleLbl="node1" presStyleIdx="2" presStyleCnt="6" custLinFactX="-10000" custLinFactY="17797" custLinFactNeighborX="-100000" custLinFactNeighborY="100000">
        <dgm:presLayoutVars>
          <dgm:bulletEnabled val="1"/>
        </dgm:presLayoutVars>
      </dgm:prSet>
      <dgm:spPr/>
    </dgm:pt>
    <dgm:pt modelId="{108D8F83-FAF5-49CA-9E48-71821828B348}" type="pres">
      <dgm:prSet presAssocID="{829437F2-1204-4A4B-BC74-27EDCB56CC64}" presName="sibTrans" presStyleCnt="0"/>
      <dgm:spPr/>
    </dgm:pt>
    <dgm:pt modelId="{0FAE4D77-96B0-4765-B6B7-A3E9B9C52587}" type="pres">
      <dgm:prSet presAssocID="{7E0824D8-3F03-4C43-97DD-56CE7E40D329}" presName="node" presStyleLbl="node1" presStyleIdx="3" presStyleCnt="6" custLinFactX="100000" custLinFactY="-17333" custLinFactNeighborX="120000" custLinFactNeighborY="-100000">
        <dgm:presLayoutVars>
          <dgm:bulletEnabled val="1"/>
        </dgm:presLayoutVars>
      </dgm:prSet>
      <dgm:spPr/>
    </dgm:pt>
    <dgm:pt modelId="{F5FCC069-B1B1-4F2A-A4C1-69DF5821F5CA}" type="pres">
      <dgm:prSet presAssocID="{86DDF1F5-B65E-4F21-A123-C0C9D2B9BA85}" presName="sibTrans" presStyleCnt="0"/>
      <dgm:spPr/>
    </dgm:pt>
    <dgm:pt modelId="{B8886C89-8F69-4741-AF28-1839BE0708F9}" type="pres">
      <dgm:prSet presAssocID="{2C892A1E-AB84-4635-A8A0-D5C47197E3A9}" presName="node" presStyleLbl="node1" presStyleIdx="4" presStyleCnt="6" custLinFactX="-10000" custLinFactNeighborX="-100000" custLinFactNeighborY="2013">
        <dgm:presLayoutVars>
          <dgm:bulletEnabled val="1"/>
        </dgm:presLayoutVars>
      </dgm:prSet>
      <dgm:spPr/>
    </dgm:pt>
    <dgm:pt modelId="{E090F14D-06EA-4FF9-8C1C-9511CDD6B3D0}" type="pres">
      <dgm:prSet presAssocID="{5BBD4FC6-8065-459F-9824-D963943075E9}" presName="sibTrans" presStyleCnt="0"/>
      <dgm:spPr/>
    </dgm:pt>
    <dgm:pt modelId="{AABD07F5-AA2A-43D2-AA8F-18620077CB6C}" type="pres">
      <dgm:prSet presAssocID="{FF3D779A-5040-40A0-B71A-C56F1D74E87F}" presName="node" presStyleLbl="node1" presStyleIdx="5" presStyleCnt="6">
        <dgm:presLayoutVars>
          <dgm:bulletEnabled val="1"/>
        </dgm:presLayoutVars>
      </dgm:prSet>
      <dgm:spPr/>
    </dgm:pt>
  </dgm:ptLst>
  <dgm:cxnLst>
    <dgm:cxn modelId="{8F3BBF22-A59B-4905-917A-F89FBAE63278}" srcId="{6BC6411F-68CC-44BF-89E4-88B2170E9BB5}" destId="{185D358C-0360-45CC-B211-F8DAA2CC5E1A}" srcOrd="0" destOrd="0" parTransId="{F40C0FD5-A144-47DC-A73D-A7C8FA55819A}" sibTransId="{04B3D7AF-DF84-4791-A56E-781866120DF1}"/>
    <dgm:cxn modelId="{13006B27-0E8F-4E3B-83BC-49D7EED2A451}" srcId="{6BC6411F-68CC-44BF-89E4-88B2170E9BB5}" destId="{C8AF1093-25C9-4130-9D50-68EDECDC681A}" srcOrd="2" destOrd="0" parTransId="{ED6BE18C-91D0-4479-B109-FB440C283FDE}" sibTransId="{829437F2-1204-4A4B-BC74-27EDCB56CC64}"/>
    <dgm:cxn modelId="{5BB49C35-FA30-4A39-AA90-31F752274EA4}" srcId="{6BC6411F-68CC-44BF-89E4-88B2170E9BB5}" destId="{4F88286B-F429-411E-9ADF-53B9594D4D58}" srcOrd="1" destOrd="0" parTransId="{A3DA4594-4875-41FC-A8D7-53C8BED5D45A}" sibTransId="{CE85F5EE-7CFD-40E0-A005-4643CA58E1E2}"/>
    <dgm:cxn modelId="{397EBB53-845D-488B-B4B2-E0D590003035}" srcId="{6BC6411F-68CC-44BF-89E4-88B2170E9BB5}" destId="{2C892A1E-AB84-4635-A8A0-D5C47197E3A9}" srcOrd="4" destOrd="0" parTransId="{0D38765A-956B-4F23-B41C-A473DEC96E07}" sibTransId="{5BBD4FC6-8065-459F-9824-D963943075E9}"/>
    <dgm:cxn modelId="{9C291E8F-4C48-4D79-9350-6D6F3A12FE0D}" type="presOf" srcId="{4F88286B-F429-411E-9ADF-53B9594D4D58}" destId="{35EB102F-293B-46AD-A876-F196846173AC}" srcOrd="0" destOrd="0" presId="urn:microsoft.com/office/officeart/2005/8/layout/default"/>
    <dgm:cxn modelId="{6EB94FA5-FE81-462E-8FAF-A867F8731B12}" srcId="{6BC6411F-68CC-44BF-89E4-88B2170E9BB5}" destId="{FF3D779A-5040-40A0-B71A-C56F1D74E87F}" srcOrd="5" destOrd="0" parTransId="{CE97D095-54D3-47F6-B91D-CF529F9B1C66}" sibTransId="{CCFCC429-1E82-430F-960D-C9B20E576A61}"/>
    <dgm:cxn modelId="{15C6F2BA-4C72-46A8-ACF4-4EDEC0699AA7}" type="presOf" srcId="{2C892A1E-AB84-4635-A8A0-D5C47197E3A9}" destId="{B8886C89-8F69-4741-AF28-1839BE0708F9}" srcOrd="0" destOrd="0" presId="urn:microsoft.com/office/officeart/2005/8/layout/default"/>
    <dgm:cxn modelId="{27828ABD-C464-4603-BA8A-C870A6F1DF31}" type="presOf" srcId="{C8AF1093-25C9-4130-9D50-68EDECDC681A}" destId="{0250C6D1-B426-43DE-AB91-C7F1E46A8036}" srcOrd="0" destOrd="0" presId="urn:microsoft.com/office/officeart/2005/8/layout/default"/>
    <dgm:cxn modelId="{D7CDA1C1-FF35-4266-ADA9-90F057244C1F}" type="presOf" srcId="{7E0824D8-3F03-4C43-97DD-56CE7E40D329}" destId="{0FAE4D77-96B0-4765-B6B7-A3E9B9C52587}" srcOrd="0" destOrd="0" presId="urn:microsoft.com/office/officeart/2005/8/layout/default"/>
    <dgm:cxn modelId="{361297CD-FEF4-44DE-A0A1-159CB6BBE966}" type="presOf" srcId="{FF3D779A-5040-40A0-B71A-C56F1D74E87F}" destId="{AABD07F5-AA2A-43D2-AA8F-18620077CB6C}" srcOrd="0" destOrd="0" presId="urn:microsoft.com/office/officeart/2005/8/layout/default"/>
    <dgm:cxn modelId="{F1FF49DC-3546-4F8C-89BD-30B320C2B16C}" type="presOf" srcId="{185D358C-0360-45CC-B211-F8DAA2CC5E1A}" destId="{A0D92E83-3E86-41D5-834B-14DAA7DADD02}" srcOrd="0" destOrd="0" presId="urn:microsoft.com/office/officeart/2005/8/layout/default"/>
    <dgm:cxn modelId="{C44C44E6-6AEC-4239-9A5A-DF12616235F6}" srcId="{6BC6411F-68CC-44BF-89E4-88B2170E9BB5}" destId="{7E0824D8-3F03-4C43-97DD-56CE7E40D329}" srcOrd="3" destOrd="0" parTransId="{34C65361-EB01-45D8-9192-F2B28B5C4A15}" sibTransId="{86DDF1F5-B65E-4F21-A123-C0C9D2B9BA85}"/>
    <dgm:cxn modelId="{335C84FF-AFC8-4954-8442-CD93A4E24BB2}" type="presOf" srcId="{6BC6411F-68CC-44BF-89E4-88B2170E9BB5}" destId="{CF104ADC-645D-463A-8E5B-AD215B71EF7C}" srcOrd="0" destOrd="0" presId="urn:microsoft.com/office/officeart/2005/8/layout/default"/>
    <dgm:cxn modelId="{0909406F-C9F4-42D1-B20C-40DF5759AADB}" type="presParOf" srcId="{CF104ADC-645D-463A-8E5B-AD215B71EF7C}" destId="{A0D92E83-3E86-41D5-834B-14DAA7DADD02}" srcOrd="0" destOrd="0" presId="urn:microsoft.com/office/officeart/2005/8/layout/default"/>
    <dgm:cxn modelId="{8DA2FD95-A514-425E-9039-48F91B9F198B}" type="presParOf" srcId="{CF104ADC-645D-463A-8E5B-AD215B71EF7C}" destId="{3AED773C-62B5-431D-8468-A466BA44E8ED}" srcOrd="1" destOrd="0" presId="urn:microsoft.com/office/officeart/2005/8/layout/default"/>
    <dgm:cxn modelId="{807BC018-BE8C-4D1D-A7FB-F0534BE69F4C}" type="presParOf" srcId="{CF104ADC-645D-463A-8E5B-AD215B71EF7C}" destId="{35EB102F-293B-46AD-A876-F196846173AC}" srcOrd="2" destOrd="0" presId="urn:microsoft.com/office/officeart/2005/8/layout/default"/>
    <dgm:cxn modelId="{67BF3E76-8CF3-4E14-A233-94D6BBEABCC3}" type="presParOf" srcId="{CF104ADC-645D-463A-8E5B-AD215B71EF7C}" destId="{AD677D20-00F5-4761-BEF9-44A2EDA3B25B}" srcOrd="3" destOrd="0" presId="urn:microsoft.com/office/officeart/2005/8/layout/default"/>
    <dgm:cxn modelId="{3FD39FA1-A027-47D0-98B1-D28EEB83D61F}" type="presParOf" srcId="{CF104ADC-645D-463A-8E5B-AD215B71EF7C}" destId="{0250C6D1-B426-43DE-AB91-C7F1E46A8036}" srcOrd="4" destOrd="0" presId="urn:microsoft.com/office/officeart/2005/8/layout/default"/>
    <dgm:cxn modelId="{B20A4B50-E657-4E9D-8EE0-16ACF94B936A}" type="presParOf" srcId="{CF104ADC-645D-463A-8E5B-AD215B71EF7C}" destId="{108D8F83-FAF5-49CA-9E48-71821828B348}" srcOrd="5" destOrd="0" presId="urn:microsoft.com/office/officeart/2005/8/layout/default"/>
    <dgm:cxn modelId="{FB0D66A9-AAD2-4C17-A36A-18F9A8C0F043}" type="presParOf" srcId="{CF104ADC-645D-463A-8E5B-AD215B71EF7C}" destId="{0FAE4D77-96B0-4765-B6B7-A3E9B9C52587}" srcOrd="6" destOrd="0" presId="urn:microsoft.com/office/officeart/2005/8/layout/default"/>
    <dgm:cxn modelId="{76908C1C-C940-4DB9-A35C-D81965837729}" type="presParOf" srcId="{CF104ADC-645D-463A-8E5B-AD215B71EF7C}" destId="{F5FCC069-B1B1-4F2A-A4C1-69DF5821F5CA}" srcOrd="7" destOrd="0" presId="urn:microsoft.com/office/officeart/2005/8/layout/default"/>
    <dgm:cxn modelId="{FD5151C3-ABB0-427A-87AF-700CB6EFA8D5}" type="presParOf" srcId="{CF104ADC-645D-463A-8E5B-AD215B71EF7C}" destId="{B8886C89-8F69-4741-AF28-1839BE0708F9}" srcOrd="8" destOrd="0" presId="urn:microsoft.com/office/officeart/2005/8/layout/default"/>
    <dgm:cxn modelId="{2F62B9BF-BB1F-4CFD-8E73-1AC775097224}" type="presParOf" srcId="{CF104ADC-645D-463A-8E5B-AD215B71EF7C}" destId="{E090F14D-06EA-4FF9-8C1C-9511CDD6B3D0}" srcOrd="9" destOrd="0" presId="urn:microsoft.com/office/officeart/2005/8/layout/default"/>
    <dgm:cxn modelId="{94DE4D62-F14A-4931-8A98-CA402FFCE381}" type="presParOf" srcId="{CF104ADC-645D-463A-8E5B-AD215B71EF7C}" destId="{AABD07F5-AA2A-43D2-AA8F-18620077CB6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C6411F-68CC-44BF-89E4-88B2170E9BB5}" type="doc">
      <dgm:prSet loTypeId="urn:microsoft.com/office/officeart/2005/8/layout/default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85D358C-0360-45CC-B211-F8DAA2CC5E1A}">
      <dgm:prSet custT="1"/>
      <dgm:spPr/>
      <dgm:t>
        <a:bodyPr/>
        <a:lstStyle/>
        <a:p>
          <a:pPr>
            <a:buNone/>
          </a:pPr>
          <a:r>
            <a:rPr lang="en-US" sz="3600" dirty="0"/>
            <a:t>Reduce extraneous load</a:t>
          </a:r>
          <a:endParaRPr lang="lv-LV" sz="3600" dirty="0"/>
        </a:p>
      </dgm:t>
    </dgm:pt>
    <dgm:pt modelId="{F40C0FD5-A144-47DC-A73D-A7C8FA55819A}" type="parTrans" cxnId="{8F3BBF22-A59B-4905-917A-F89FBAE63278}">
      <dgm:prSet/>
      <dgm:spPr/>
      <dgm:t>
        <a:bodyPr/>
        <a:lstStyle/>
        <a:p>
          <a:endParaRPr lang="en-US"/>
        </a:p>
      </dgm:t>
    </dgm:pt>
    <dgm:pt modelId="{04B3D7AF-DF84-4791-A56E-781866120DF1}" type="sibTrans" cxnId="{8F3BBF22-A59B-4905-917A-F89FBAE63278}">
      <dgm:prSet/>
      <dgm:spPr/>
      <dgm:t>
        <a:bodyPr/>
        <a:lstStyle/>
        <a:p>
          <a:endParaRPr lang="en-US"/>
        </a:p>
      </dgm:t>
    </dgm:pt>
    <dgm:pt modelId="{4F88286B-F429-411E-9ADF-53B9594D4D58}">
      <dgm:prSet custT="1"/>
      <dgm:spPr/>
      <dgm:t>
        <a:bodyPr/>
        <a:lstStyle/>
        <a:p>
          <a:r>
            <a:rPr lang="en-US" sz="3600" b="0" dirty="0"/>
            <a:t>Shorten workflow paths</a:t>
          </a:r>
          <a:endParaRPr lang="en-US" sz="3600" dirty="0"/>
        </a:p>
      </dgm:t>
    </dgm:pt>
    <dgm:pt modelId="{A3DA4594-4875-41FC-A8D7-53C8BED5D45A}" type="parTrans" cxnId="{5BB49C35-FA30-4A39-AA90-31F752274EA4}">
      <dgm:prSet/>
      <dgm:spPr/>
      <dgm:t>
        <a:bodyPr/>
        <a:lstStyle/>
        <a:p>
          <a:endParaRPr lang="en-US"/>
        </a:p>
      </dgm:t>
    </dgm:pt>
    <dgm:pt modelId="{CE85F5EE-7CFD-40E0-A005-4643CA58E1E2}" type="sibTrans" cxnId="{5BB49C35-FA30-4A39-AA90-31F752274EA4}">
      <dgm:prSet/>
      <dgm:spPr/>
      <dgm:t>
        <a:bodyPr/>
        <a:lstStyle/>
        <a:p>
          <a:endParaRPr lang="en-US"/>
        </a:p>
      </dgm:t>
    </dgm:pt>
    <dgm:pt modelId="{C8AF1093-25C9-4130-9D50-68EDECDC681A}">
      <dgm:prSet custT="1"/>
      <dgm:spPr>
        <a:solidFill>
          <a:srgbClr val="08233F"/>
        </a:solidFill>
        <a:ln w="5715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sz="3600" dirty="0"/>
            <a:t>Clear labels</a:t>
          </a:r>
        </a:p>
      </dgm:t>
    </dgm:pt>
    <dgm:pt modelId="{ED6BE18C-91D0-4479-B109-FB440C283FDE}" type="parTrans" cxnId="{13006B27-0E8F-4E3B-83BC-49D7EED2A451}">
      <dgm:prSet/>
      <dgm:spPr/>
      <dgm:t>
        <a:bodyPr/>
        <a:lstStyle/>
        <a:p>
          <a:endParaRPr lang="en-US"/>
        </a:p>
      </dgm:t>
    </dgm:pt>
    <dgm:pt modelId="{829437F2-1204-4A4B-BC74-27EDCB56CC64}" type="sibTrans" cxnId="{13006B27-0E8F-4E3B-83BC-49D7EED2A451}">
      <dgm:prSet/>
      <dgm:spPr/>
      <dgm:t>
        <a:bodyPr/>
        <a:lstStyle/>
        <a:p>
          <a:endParaRPr lang="en-US"/>
        </a:p>
      </dgm:t>
    </dgm:pt>
    <dgm:pt modelId="{FF3D779A-5040-40A0-B71A-C56F1D74E87F}">
      <dgm:prSet custT="1"/>
      <dgm:spPr/>
      <dgm:t>
        <a:bodyPr/>
        <a:lstStyle/>
        <a:p>
          <a:r>
            <a:rPr lang="en-US" sz="3600" dirty="0" err="1"/>
            <a:t>Accessabilty</a:t>
          </a:r>
          <a:endParaRPr lang="en-US" sz="4100" dirty="0"/>
        </a:p>
      </dgm:t>
    </dgm:pt>
    <dgm:pt modelId="{CE97D095-54D3-47F6-B91D-CF529F9B1C66}" type="parTrans" cxnId="{6EB94FA5-FE81-462E-8FAF-A867F8731B12}">
      <dgm:prSet/>
      <dgm:spPr/>
      <dgm:t>
        <a:bodyPr/>
        <a:lstStyle/>
        <a:p>
          <a:endParaRPr lang="en-US"/>
        </a:p>
      </dgm:t>
    </dgm:pt>
    <dgm:pt modelId="{CCFCC429-1E82-430F-960D-C9B20E576A61}" type="sibTrans" cxnId="{6EB94FA5-FE81-462E-8FAF-A867F8731B12}">
      <dgm:prSet/>
      <dgm:spPr/>
      <dgm:t>
        <a:bodyPr/>
        <a:lstStyle/>
        <a:p>
          <a:endParaRPr lang="en-US"/>
        </a:p>
      </dgm:t>
    </dgm:pt>
    <dgm:pt modelId="{7E0824D8-3F03-4C43-97DD-56CE7E40D329}">
      <dgm:prSet custT="1"/>
      <dgm:spPr>
        <a:ln w="5715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sz="3600" b="0" dirty="0"/>
            <a:t>Stable layouts</a:t>
          </a:r>
        </a:p>
      </dgm:t>
    </dgm:pt>
    <dgm:pt modelId="{34C65361-EB01-45D8-9192-F2B28B5C4A15}" type="parTrans" cxnId="{C44C44E6-6AEC-4239-9A5A-DF12616235F6}">
      <dgm:prSet/>
      <dgm:spPr/>
      <dgm:t>
        <a:bodyPr/>
        <a:lstStyle/>
        <a:p>
          <a:endParaRPr lang="en-US"/>
        </a:p>
      </dgm:t>
    </dgm:pt>
    <dgm:pt modelId="{86DDF1F5-B65E-4F21-A123-C0C9D2B9BA85}" type="sibTrans" cxnId="{C44C44E6-6AEC-4239-9A5A-DF12616235F6}">
      <dgm:prSet/>
      <dgm:spPr/>
      <dgm:t>
        <a:bodyPr/>
        <a:lstStyle/>
        <a:p>
          <a:endParaRPr lang="en-US"/>
        </a:p>
      </dgm:t>
    </dgm:pt>
    <dgm:pt modelId="{2C892A1E-AB84-4635-A8A0-D5C47197E3A9}">
      <dgm:prSet custT="1"/>
      <dgm:spPr/>
      <dgm:t>
        <a:bodyPr/>
        <a:lstStyle/>
        <a:p>
          <a:r>
            <a:rPr lang="en-US" sz="3600" b="0" dirty="0"/>
            <a:t>Device</a:t>
          </a:r>
          <a:r>
            <a:rPr lang="en-US" sz="4100" b="0" dirty="0"/>
            <a:t> specific logic</a:t>
          </a:r>
        </a:p>
      </dgm:t>
    </dgm:pt>
    <dgm:pt modelId="{0D38765A-956B-4F23-B41C-A473DEC96E07}" type="parTrans" cxnId="{397EBB53-845D-488B-B4B2-E0D590003035}">
      <dgm:prSet/>
      <dgm:spPr/>
      <dgm:t>
        <a:bodyPr/>
        <a:lstStyle/>
        <a:p>
          <a:endParaRPr lang="en-US"/>
        </a:p>
      </dgm:t>
    </dgm:pt>
    <dgm:pt modelId="{5BBD4FC6-8065-459F-9824-D963943075E9}" type="sibTrans" cxnId="{397EBB53-845D-488B-B4B2-E0D590003035}">
      <dgm:prSet/>
      <dgm:spPr/>
      <dgm:t>
        <a:bodyPr/>
        <a:lstStyle/>
        <a:p>
          <a:endParaRPr lang="en-US"/>
        </a:p>
      </dgm:t>
    </dgm:pt>
    <dgm:pt modelId="{CF104ADC-645D-463A-8E5B-AD215B71EF7C}" type="pres">
      <dgm:prSet presAssocID="{6BC6411F-68CC-44BF-89E4-88B2170E9BB5}" presName="diagram" presStyleCnt="0">
        <dgm:presLayoutVars>
          <dgm:dir/>
          <dgm:resizeHandles val="exact"/>
        </dgm:presLayoutVars>
      </dgm:prSet>
      <dgm:spPr/>
    </dgm:pt>
    <dgm:pt modelId="{A0D92E83-3E86-41D5-834B-14DAA7DADD02}" type="pres">
      <dgm:prSet presAssocID="{185D358C-0360-45CC-B211-F8DAA2CC5E1A}" presName="node" presStyleLbl="node1" presStyleIdx="0" presStyleCnt="6">
        <dgm:presLayoutVars>
          <dgm:bulletEnabled val="1"/>
        </dgm:presLayoutVars>
      </dgm:prSet>
      <dgm:spPr/>
    </dgm:pt>
    <dgm:pt modelId="{3AED773C-62B5-431D-8468-A466BA44E8ED}" type="pres">
      <dgm:prSet presAssocID="{04B3D7AF-DF84-4791-A56E-781866120DF1}" presName="sibTrans" presStyleCnt="0"/>
      <dgm:spPr/>
    </dgm:pt>
    <dgm:pt modelId="{35EB102F-293B-46AD-A876-F196846173AC}" type="pres">
      <dgm:prSet presAssocID="{4F88286B-F429-411E-9ADF-53B9594D4D58}" presName="node" presStyleLbl="node1" presStyleIdx="1" presStyleCnt="6">
        <dgm:presLayoutVars>
          <dgm:bulletEnabled val="1"/>
        </dgm:presLayoutVars>
      </dgm:prSet>
      <dgm:spPr/>
    </dgm:pt>
    <dgm:pt modelId="{AD677D20-00F5-4761-BEF9-44A2EDA3B25B}" type="pres">
      <dgm:prSet presAssocID="{CE85F5EE-7CFD-40E0-A005-4643CA58E1E2}" presName="sibTrans" presStyleCnt="0"/>
      <dgm:spPr/>
    </dgm:pt>
    <dgm:pt modelId="{0250C6D1-B426-43DE-AB91-C7F1E46A8036}" type="pres">
      <dgm:prSet presAssocID="{C8AF1093-25C9-4130-9D50-68EDECDC681A}" presName="node" presStyleLbl="node1" presStyleIdx="2" presStyleCnt="6">
        <dgm:presLayoutVars>
          <dgm:bulletEnabled val="1"/>
        </dgm:presLayoutVars>
      </dgm:prSet>
      <dgm:spPr/>
    </dgm:pt>
    <dgm:pt modelId="{108D8F83-FAF5-49CA-9E48-71821828B348}" type="pres">
      <dgm:prSet presAssocID="{829437F2-1204-4A4B-BC74-27EDCB56CC64}" presName="sibTrans" presStyleCnt="0"/>
      <dgm:spPr/>
    </dgm:pt>
    <dgm:pt modelId="{0FAE4D77-96B0-4765-B6B7-A3E9B9C52587}" type="pres">
      <dgm:prSet presAssocID="{7E0824D8-3F03-4C43-97DD-56CE7E40D329}" presName="node" presStyleLbl="node1" presStyleIdx="3" presStyleCnt="6">
        <dgm:presLayoutVars>
          <dgm:bulletEnabled val="1"/>
        </dgm:presLayoutVars>
      </dgm:prSet>
      <dgm:spPr/>
    </dgm:pt>
    <dgm:pt modelId="{F5FCC069-B1B1-4F2A-A4C1-69DF5821F5CA}" type="pres">
      <dgm:prSet presAssocID="{86DDF1F5-B65E-4F21-A123-C0C9D2B9BA85}" presName="sibTrans" presStyleCnt="0"/>
      <dgm:spPr/>
    </dgm:pt>
    <dgm:pt modelId="{B8886C89-8F69-4741-AF28-1839BE0708F9}" type="pres">
      <dgm:prSet presAssocID="{2C892A1E-AB84-4635-A8A0-D5C47197E3A9}" presName="node" presStyleLbl="node1" presStyleIdx="4" presStyleCnt="6">
        <dgm:presLayoutVars>
          <dgm:bulletEnabled val="1"/>
        </dgm:presLayoutVars>
      </dgm:prSet>
      <dgm:spPr/>
    </dgm:pt>
    <dgm:pt modelId="{E090F14D-06EA-4FF9-8C1C-9511CDD6B3D0}" type="pres">
      <dgm:prSet presAssocID="{5BBD4FC6-8065-459F-9824-D963943075E9}" presName="sibTrans" presStyleCnt="0"/>
      <dgm:spPr/>
    </dgm:pt>
    <dgm:pt modelId="{AABD07F5-AA2A-43D2-AA8F-18620077CB6C}" type="pres">
      <dgm:prSet presAssocID="{FF3D779A-5040-40A0-B71A-C56F1D74E87F}" presName="node" presStyleLbl="node1" presStyleIdx="5" presStyleCnt="6">
        <dgm:presLayoutVars>
          <dgm:bulletEnabled val="1"/>
        </dgm:presLayoutVars>
      </dgm:prSet>
      <dgm:spPr/>
    </dgm:pt>
  </dgm:ptLst>
  <dgm:cxnLst>
    <dgm:cxn modelId="{8F3BBF22-A59B-4905-917A-F89FBAE63278}" srcId="{6BC6411F-68CC-44BF-89E4-88B2170E9BB5}" destId="{185D358C-0360-45CC-B211-F8DAA2CC5E1A}" srcOrd="0" destOrd="0" parTransId="{F40C0FD5-A144-47DC-A73D-A7C8FA55819A}" sibTransId="{04B3D7AF-DF84-4791-A56E-781866120DF1}"/>
    <dgm:cxn modelId="{13006B27-0E8F-4E3B-83BC-49D7EED2A451}" srcId="{6BC6411F-68CC-44BF-89E4-88B2170E9BB5}" destId="{C8AF1093-25C9-4130-9D50-68EDECDC681A}" srcOrd="2" destOrd="0" parTransId="{ED6BE18C-91D0-4479-B109-FB440C283FDE}" sibTransId="{829437F2-1204-4A4B-BC74-27EDCB56CC64}"/>
    <dgm:cxn modelId="{5BB49C35-FA30-4A39-AA90-31F752274EA4}" srcId="{6BC6411F-68CC-44BF-89E4-88B2170E9BB5}" destId="{4F88286B-F429-411E-9ADF-53B9594D4D58}" srcOrd="1" destOrd="0" parTransId="{A3DA4594-4875-41FC-A8D7-53C8BED5D45A}" sibTransId="{CE85F5EE-7CFD-40E0-A005-4643CA58E1E2}"/>
    <dgm:cxn modelId="{397EBB53-845D-488B-B4B2-E0D590003035}" srcId="{6BC6411F-68CC-44BF-89E4-88B2170E9BB5}" destId="{2C892A1E-AB84-4635-A8A0-D5C47197E3A9}" srcOrd="4" destOrd="0" parTransId="{0D38765A-956B-4F23-B41C-A473DEC96E07}" sibTransId="{5BBD4FC6-8065-459F-9824-D963943075E9}"/>
    <dgm:cxn modelId="{9C291E8F-4C48-4D79-9350-6D6F3A12FE0D}" type="presOf" srcId="{4F88286B-F429-411E-9ADF-53B9594D4D58}" destId="{35EB102F-293B-46AD-A876-F196846173AC}" srcOrd="0" destOrd="0" presId="urn:microsoft.com/office/officeart/2005/8/layout/default"/>
    <dgm:cxn modelId="{6EB94FA5-FE81-462E-8FAF-A867F8731B12}" srcId="{6BC6411F-68CC-44BF-89E4-88B2170E9BB5}" destId="{FF3D779A-5040-40A0-B71A-C56F1D74E87F}" srcOrd="5" destOrd="0" parTransId="{CE97D095-54D3-47F6-B91D-CF529F9B1C66}" sibTransId="{CCFCC429-1E82-430F-960D-C9B20E576A61}"/>
    <dgm:cxn modelId="{15C6F2BA-4C72-46A8-ACF4-4EDEC0699AA7}" type="presOf" srcId="{2C892A1E-AB84-4635-A8A0-D5C47197E3A9}" destId="{B8886C89-8F69-4741-AF28-1839BE0708F9}" srcOrd="0" destOrd="0" presId="urn:microsoft.com/office/officeart/2005/8/layout/default"/>
    <dgm:cxn modelId="{27828ABD-C464-4603-BA8A-C870A6F1DF31}" type="presOf" srcId="{C8AF1093-25C9-4130-9D50-68EDECDC681A}" destId="{0250C6D1-B426-43DE-AB91-C7F1E46A8036}" srcOrd="0" destOrd="0" presId="urn:microsoft.com/office/officeart/2005/8/layout/default"/>
    <dgm:cxn modelId="{D7CDA1C1-FF35-4266-ADA9-90F057244C1F}" type="presOf" srcId="{7E0824D8-3F03-4C43-97DD-56CE7E40D329}" destId="{0FAE4D77-96B0-4765-B6B7-A3E9B9C52587}" srcOrd="0" destOrd="0" presId="urn:microsoft.com/office/officeart/2005/8/layout/default"/>
    <dgm:cxn modelId="{361297CD-FEF4-44DE-A0A1-159CB6BBE966}" type="presOf" srcId="{FF3D779A-5040-40A0-B71A-C56F1D74E87F}" destId="{AABD07F5-AA2A-43D2-AA8F-18620077CB6C}" srcOrd="0" destOrd="0" presId="urn:microsoft.com/office/officeart/2005/8/layout/default"/>
    <dgm:cxn modelId="{F1FF49DC-3546-4F8C-89BD-30B320C2B16C}" type="presOf" srcId="{185D358C-0360-45CC-B211-F8DAA2CC5E1A}" destId="{A0D92E83-3E86-41D5-834B-14DAA7DADD02}" srcOrd="0" destOrd="0" presId="urn:microsoft.com/office/officeart/2005/8/layout/default"/>
    <dgm:cxn modelId="{C44C44E6-6AEC-4239-9A5A-DF12616235F6}" srcId="{6BC6411F-68CC-44BF-89E4-88B2170E9BB5}" destId="{7E0824D8-3F03-4C43-97DD-56CE7E40D329}" srcOrd="3" destOrd="0" parTransId="{34C65361-EB01-45D8-9192-F2B28B5C4A15}" sibTransId="{86DDF1F5-B65E-4F21-A123-C0C9D2B9BA85}"/>
    <dgm:cxn modelId="{335C84FF-AFC8-4954-8442-CD93A4E24BB2}" type="presOf" srcId="{6BC6411F-68CC-44BF-89E4-88B2170E9BB5}" destId="{CF104ADC-645D-463A-8E5B-AD215B71EF7C}" srcOrd="0" destOrd="0" presId="urn:microsoft.com/office/officeart/2005/8/layout/default"/>
    <dgm:cxn modelId="{0909406F-C9F4-42D1-B20C-40DF5759AADB}" type="presParOf" srcId="{CF104ADC-645D-463A-8E5B-AD215B71EF7C}" destId="{A0D92E83-3E86-41D5-834B-14DAA7DADD02}" srcOrd="0" destOrd="0" presId="urn:microsoft.com/office/officeart/2005/8/layout/default"/>
    <dgm:cxn modelId="{8DA2FD95-A514-425E-9039-48F91B9F198B}" type="presParOf" srcId="{CF104ADC-645D-463A-8E5B-AD215B71EF7C}" destId="{3AED773C-62B5-431D-8468-A466BA44E8ED}" srcOrd="1" destOrd="0" presId="urn:microsoft.com/office/officeart/2005/8/layout/default"/>
    <dgm:cxn modelId="{807BC018-BE8C-4D1D-A7FB-F0534BE69F4C}" type="presParOf" srcId="{CF104ADC-645D-463A-8E5B-AD215B71EF7C}" destId="{35EB102F-293B-46AD-A876-F196846173AC}" srcOrd="2" destOrd="0" presId="urn:microsoft.com/office/officeart/2005/8/layout/default"/>
    <dgm:cxn modelId="{67BF3E76-8CF3-4E14-A233-94D6BBEABCC3}" type="presParOf" srcId="{CF104ADC-645D-463A-8E5B-AD215B71EF7C}" destId="{AD677D20-00F5-4761-BEF9-44A2EDA3B25B}" srcOrd="3" destOrd="0" presId="urn:microsoft.com/office/officeart/2005/8/layout/default"/>
    <dgm:cxn modelId="{3FD39FA1-A027-47D0-98B1-D28EEB83D61F}" type="presParOf" srcId="{CF104ADC-645D-463A-8E5B-AD215B71EF7C}" destId="{0250C6D1-B426-43DE-AB91-C7F1E46A8036}" srcOrd="4" destOrd="0" presId="urn:microsoft.com/office/officeart/2005/8/layout/default"/>
    <dgm:cxn modelId="{B20A4B50-E657-4E9D-8EE0-16ACF94B936A}" type="presParOf" srcId="{CF104ADC-645D-463A-8E5B-AD215B71EF7C}" destId="{108D8F83-FAF5-49CA-9E48-71821828B348}" srcOrd="5" destOrd="0" presId="urn:microsoft.com/office/officeart/2005/8/layout/default"/>
    <dgm:cxn modelId="{FB0D66A9-AAD2-4C17-A36A-18F9A8C0F043}" type="presParOf" srcId="{CF104ADC-645D-463A-8E5B-AD215B71EF7C}" destId="{0FAE4D77-96B0-4765-B6B7-A3E9B9C52587}" srcOrd="6" destOrd="0" presId="urn:microsoft.com/office/officeart/2005/8/layout/default"/>
    <dgm:cxn modelId="{76908C1C-C940-4DB9-A35C-D81965837729}" type="presParOf" srcId="{CF104ADC-645D-463A-8E5B-AD215B71EF7C}" destId="{F5FCC069-B1B1-4F2A-A4C1-69DF5821F5CA}" srcOrd="7" destOrd="0" presId="urn:microsoft.com/office/officeart/2005/8/layout/default"/>
    <dgm:cxn modelId="{FD5151C3-ABB0-427A-87AF-700CB6EFA8D5}" type="presParOf" srcId="{CF104ADC-645D-463A-8E5B-AD215B71EF7C}" destId="{B8886C89-8F69-4741-AF28-1839BE0708F9}" srcOrd="8" destOrd="0" presId="urn:microsoft.com/office/officeart/2005/8/layout/default"/>
    <dgm:cxn modelId="{2F62B9BF-BB1F-4CFD-8E73-1AC775097224}" type="presParOf" srcId="{CF104ADC-645D-463A-8E5B-AD215B71EF7C}" destId="{E090F14D-06EA-4FF9-8C1C-9511CDD6B3D0}" srcOrd="9" destOrd="0" presId="urn:microsoft.com/office/officeart/2005/8/layout/default"/>
    <dgm:cxn modelId="{94DE4D62-F14A-4931-8A98-CA402FFCE381}" type="presParOf" srcId="{CF104ADC-645D-463A-8E5B-AD215B71EF7C}" destId="{AABD07F5-AA2A-43D2-AA8F-18620077CB6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92E83-3E86-41D5-834B-14DAA7DADD02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Cognitive Load Theory</a:t>
          </a:r>
          <a:endParaRPr lang="lv-LV" sz="3800" kern="1200" dirty="0"/>
        </a:p>
      </dsp:txBody>
      <dsp:txXfrm>
        <a:off x="0" y="39687"/>
        <a:ext cx="3286125" cy="1971675"/>
      </dsp:txXfrm>
    </dsp:sp>
    <dsp:sp modelId="{35EB102F-293B-46AD-A876-F196846173AC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kern="1200" dirty="0"/>
            <a:t>Information Architecture</a:t>
          </a:r>
          <a:endParaRPr lang="en-US" sz="3800" kern="1200" dirty="0"/>
        </a:p>
      </dsp:txBody>
      <dsp:txXfrm>
        <a:off x="3614737" y="39687"/>
        <a:ext cx="3286125" cy="1971675"/>
      </dsp:txXfrm>
    </dsp:sp>
    <dsp:sp modelId="{0250C6D1-B426-43DE-AB91-C7F1E46A8036}">
      <dsp:nvSpPr>
        <dsp:cNvPr id="0" name=""/>
        <dsp:cNvSpPr/>
      </dsp:nvSpPr>
      <dsp:spPr>
        <a:xfrm>
          <a:off x="3614737" y="2362261"/>
          <a:ext cx="3286125" cy="1971675"/>
        </a:xfrm>
        <a:prstGeom prst="rect">
          <a:avLst/>
        </a:prstGeom>
        <a:solidFill>
          <a:srgbClr val="08233F"/>
        </a:solidFill>
        <a:ln w="57150">
          <a:solidFill>
            <a:schemeClr val="accent5">
              <a:lumMod val="60000"/>
              <a:lumOff val="4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User Centered design</a:t>
          </a:r>
        </a:p>
      </dsp:txBody>
      <dsp:txXfrm>
        <a:off x="3614737" y="2362261"/>
        <a:ext cx="3286125" cy="1971675"/>
      </dsp:txXfrm>
    </dsp:sp>
    <dsp:sp modelId="{0FAE4D77-96B0-4765-B6B7-A3E9B9C52587}">
      <dsp:nvSpPr>
        <dsp:cNvPr id="0" name=""/>
        <dsp:cNvSpPr/>
      </dsp:nvSpPr>
      <dsp:spPr>
        <a:xfrm>
          <a:off x="7229475" y="26549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57150">
          <a:solidFill>
            <a:schemeClr val="accent5">
              <a:lumMod val="60000"/>
              <a:lumOff val="4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kern="1200" dirty="0"/>
            <a:t>Quantitative Analysis</a:t>
          </a:r>
        </a:p>
      </dsp:txBody>
      <dsp:txXfrm>
        <a:off x="7229475" y="26549"/>
        <a:ext cx="3286125" cy="1971675"/>
      </dsp:txXfrm>
    </dsp:sp>
    <dsp:sp modelId="{B8886C89-8F69-4741-AF28-1839BE0708F9}">
      <dsp:nvSpPr>
        <dsp:cNvPr id="0" name=""/>
        <dsp:cNvSpPr/>
      </dsp:nvSpPr>
      <dsp:spPr>
        <a:xfrm>
          <a:off x="0" y="2379663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kern="1200" dirty="0"/>
            <a:t>NLP supported user feedback</a:t>
          </a:r>
        </a:p>
      </dsp:txBody>
      <dsp:txXfrm>
        <a:off x="0" y="2379663"/>
        <a:ext cx="3286125" cy="1971675"/>
      </dsp:txXfrm>
    </dsp:sp>
    <dsp:sp modelId="{AABD07F5-AA2A-43D2-AA8F-18620077CB6C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UX Prototyping &amp; Testing</a:t>
          </a:r>
        </a:p>
      </dsp:txBody>
      <dsp:txXfrm>
        <a:off x="7229475" y="2339975"/>
        <a:ext cx="3286125" cy="197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92E83-3E86-41D5-834B-14DAA7DADD02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Reduce extraneous load</a:t>
          </a:r>
          <a:endParaRPr lang="lv-LV" sz="3600" kern="1200" dirty="0"/>
        </a:p>
      </dsp:txBody>
      <dsp:txXfrm>
        <a:off x="0" y="39687"/>
        <a:ext cx="3286125" cy="1971675"/>
      </dsp:txXfrm>
    </dsp:sp>
    <dsp:sp modelId="{35EB102F-293B-46AD-A876-F196846173AC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/>
            <a:t>Shorten workflow paths</a:t>
          </a:r>
          <a:endParaRPr lang="en-US" sz="3600" kern="1200" dirty="0"/>
        </a:p>
      </dsp:txBody>
      <dsp:txXfrm>
        <a:off x="3614737" y="39687"/>
        <a:ext cx="3286125" cy="1971675"/>
      </dsp:txXfrm>
    </dsp:sp>
    <dsp:sp modelId="{0250C6D1-B426-43DE-AB91-C7F1E46A8036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rgbClr val="08233F"/>
        </a:solidFill>
        <a:ln w="57150">
          <a:solidFill>
            <a:schemeClr val="accent5">
              <a:lumMod val="60000"/>
              <a:lumOff val="4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Clear labels</a:t>
          </a:r>
        </a:p>
      </dsp:txBody>
      <dsp:txXfrm>
        <a:off x="7229475" y="39687"/>
        <a:ext cx="3286125" cy="1971675"/>
      </dsp:txXfrm>
    </dsp:sp>
    <dsp:sp modelId="{0FAE4D77-96B0-4765-B6B7-A3E9B9C52587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57150">
          <a:solidFill>
            <a:schemeClr val="accent5">
              <a:lumMod val="60000"/>
              <a:lumOff val="40000"/>
            </a:schemeClr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/>
            <a:t>Stable layouts</a:t>
          </a:r>
        </a:p>
      </dsp:txBody>
      <dsp:txXfrm>
        <a:off x="0" y="2339975"/>
        <a:ext cx="3286125" cy="1971675"/>
      </dsp:txXfrm>
    </dsp:sp>
    <dsp:sp modelId="{B8886C89-8F69-4741-AF28-1839BE0708F9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/>
            <a:t>Device</a:t>
          </a:r>
          <a:r>
            <a:rPr lang="en-US" sz="4100" b="0" kern="1200" dirty="0"/>
            <a:t> specific logic</a:t>
          </a:r>
        </a:p>
      </dsp:txBody>
      <dsp:txXfrm>
        <a:off x="3614737" y="2339975"/>
        <a:ext cx="3286125" cy="1971675"/>
      </dsp:txXfrm>
    </dsp:sp>
    <dsp:sp modelId="{AABD07F5-AA2A-43D2-AA8F-18620077CB6C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Accessabilty</a:t>
          </a:r>
          <a:endParaRPr lang="en-US" sz="4100" kern="1200" dirty="0"/>
        </a:p>
      </dsp:txBody>
      <dsp:txXfrm>
        <a:off x="7229475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2598-7C57-9259-F949-86EB032C8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1BB11-93C2-65C7-313F-3FD6B844D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384AB-DAC9-10FD-5840-FB73D64D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58BDF-0031-A67F-DDC0-6F221D11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881D8-75A6-B9F5-D6DF-59B37F94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1E16-4E8B-3F54-69DF-0928CFBD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EF1DB-5AD2-8179-4D80-1D28FAC7C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95069-13D9-949D-B8C2-E5FA1B1C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6FCBB-441D-8B20-9329-2C99CA4A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CBE9B-7600-1BEF-0397-09AD29CA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4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A6211-609D-481F-8353-66CC353AD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5B1BB-DC5A-0D17-0FEA-A0A2F4F27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24C47-A944-44CC-5D99-4238BA10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A9073-4B8D-5334-7F6D-C6E48125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9F4AE-9E8B-7328-9DE6-1320E64E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7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7F5BD-B4C8-3D53-5C21-B0F5295E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79C15-4241-BE9A-E590-29E528530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6C59D-03D9-67D7-1714-035B7A986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F44E2-2832-2953-4E15-BBE052EA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7C2ED-32D3-05AA-D0E8-16FC17FC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35F7B-FBFE-932B-237E-ADB01566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67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4C99-FB47-5FB2-33CB-98FCF2B62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3FC83-E66F-5741-DD26-0B502998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7BD16-D2E0-CF58-A221-035C52779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B3C867-7CC3-B531-CDF9-7E8D2E51D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F274E5-F10B-8858-B071-4EF020A321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04D80-B3B4-67B6-995A-1AD707CF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7C2D39-9B71-F3B9-4E64-FC68E6309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876D1-5252-6E3D-564D-A5E89E9E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06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80E1-AE9A-C760-3A48-3A0DB5ED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879DA-6271-B44D-1CBD-19584A7D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76087-4EFD-5DA1-28E1-57AE07D21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57358-5300-C1B2-93A3-49A11D8B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2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BE41D4-DD75-9B32-519F-F32592BF4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DB41FE-63FC-759E-D99A-D2AD5470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99E25-A3D4-CDE5-769E-EB7CF744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0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3AED-6D2F-1030-06B5-849CD5901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DFA5-D0B2-88C0-2368-22DD8A4F3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5B986-0AA8-8C0A-334D-EEA4F44C7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0D5C7-DFEC-C119-6F0C-BA83D60E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C2FD4-3C4D-FD23-84F8-E39726D50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01067-F366-94F3-960B-D2B41479B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5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2F78-8A21-CD51-D35D-3477A9EA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B472E3-BEBB-0576-B7ED-0B8CEADEA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67CBA-2484-9968-EA0C-BD28FAE4A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828D5-E53E-F7B1-A622-F1431486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F914B-6690-F25A-D8D8-7F3AEC096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4A2E8-CD50-2950-C4E5-50E1DA59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4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EC68-B5D7-3E9C-59EF-F2867961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8C636-897E-0F95-BD36-688C5A309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B4A03-7E51-41C2-5EC7-EE5C73D8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0F2A9-F079-2A1D-87B9-E3FB04422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A13F9-9076-BB58-896F-B6FC5A68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56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797282-0841-7D84-82E3-9645286B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3FBA6-043E-CC30-DF4B-1A0468BE3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3FB98-1AED-A1C0-FC50-6806C45FF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5E2D0-EA7E-B9B5-050A-CA401190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1B1B8-0DEF-D1C8-C0FD-98FFDBAA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44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822D7-3BA6-2C65-D27B-72DFC00F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50C6E-EA02-8028-0333-AB3683879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57CF1-D311-4C9B-6CDD-31B78E573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230D4-A74D-4F09-A3A2-38ADCF3D60D2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72B22-BAA3-C3F0-33D2-63A49C326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F33C4-8A8D-6E42-834C-851EE0219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D99C1-D610-4605-878C-7095C6095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14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Rectangle 1077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3385" y="13128"/>
            <a:ext cx="3620802" cy="6844872"/>
          </a:xfrm>
          <a:prstGeom prst="rect">
            <a:avLst/>
          </a:prstGeom>
          <a:gradFill>
            <a:gsLst>
              <a:gs pos="0">
                <a:srgbClr val="000000">
                  <a:alpha val="72000"/>
                </a:srgbClr>
              </a:gs>
              <a:gs pos="98000">
                <a:schemeClr val="accent1"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07414" y="0"/>
            <a:ext cx="8584585" cy="640079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65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Freeform: Shape 1083">
            <a:extLst>
              <a:ext uri="{FF2B5EF4-FFF2-40B4-BE49-F238E27FC236}">
                <a16:creationId xmlns:a16="http://schemas.microsoft.com/office/drawing/2014/main" id="{835682F0-7BC6-4526-8BFA-58EA002C8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1348001" y="892771"/>
            <a:ext cx="4675167" cy="5009112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43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2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1F0DF0F3-0179-4A8A-92E0-932C473DA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89" y="13127"/>
            <a:ext cx="3620804" cy="6387672"/>
          </a:xfrm>
          <a:prstGeom prst="rect">
            <a:avLst/>
          </a:prstGeom>
          <a:gradFill>
            <a:gsLst>
              <a:gs pos="25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50000"/>
                </a:srgb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F1F59-A2E3-7F03-17FB-4E995A30C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4862" y="4302746"/>
            <a:ext cx="5822333" cy="2441447"/>
          </a:xfrm>
        </p:spPr>
        <p:txBody>
          <a:bodyPr>
            <a:noAutofit/>
          </a:bodyPr>
          <a:lstStyle/>
          <a:p>
            <a:pPr algn="r"/>
            <a:endParaRPr lang="lv-LV" sz="1600" dirty="0">
              <a:solidFill>
                <a:srgbClr val="FFFFFF"/>
              </a:solidFill>
            </a:endParaRPr>
          </a:p>
          <a:p>
            <a:pPr algn="r"/>
            <a:r>
              <a:rPr lang="en-US" sz="1600" dirty="0">
                <a:solidFill>
                  <a:srgbClr val="FFFFFF"/>
                </a:solidFill>
              </a:rPr>
              <a:t>Al</a:t>
            </a:r>
            <a:r>
              <a:rPr lang="lv-LV" sz="1600" dirty="0">
                <a:solidFill>
                  <a:srgbClr val="FFFFFF"/>
                </a:solidFill>
              </a:rPr>
              <a:t>īna Žogota</a:t>
            </a:r>
            <a:r>
              <a:rPr lang="en-US" sz="1600" dirty="0">
                <a:solidFill>
                  <a:srgbClr val="FFFFFF"/>
                </a:solidFill>
              </a:rPr>
              <a:t>-</a:t>
            </a:r>
            <a:r>
              <a:rPr lang="en-US" sz="1600" dirty="0" err="1">
                <a:solidFill>
                  <a:srgbClr val="FFFFFF"/>
                </a:solidFill>
              </a:rPr>
              <a:t>Kiliča</a:t>
            </a:r>
            <a:endParaRPr lang="en-US" sz="1600" dirty="0">
              <a:solidFill>
                <a:srgbClr val="FFFFFF"/>
              </a:solidFill>
            </a:endParaRPr>
          </a:p>
          <a:p>
            <a:pPr algn="r"/>
            <a:r>
              <a:rPr lang="en-US" sz="1600" dirty="0">
                <a:solidFill>
                  <a:srgbClr val="FFFFFF"/>
                </a:solidFill>
              </a:rPr>
              <a:t>RTU Digital Humanities Masters </a:t>
            </a:r>
            <a:r>
              <a:rPr lang="en-US" sz="1600" dirty="0" err="1">
                <a:solidFill>
                  <a:srgbClr val="FFFFFF"/>
                </a:solidFill>
              </a:rPr>
              <a:t>Programme</a:t>
            </a:r>
            <a:endParaRPr lang="en-US" sz="1600" dirty="0">
              <a:solidFill>
                <a:srgbClr val="FFFFFF"/>
              </a:solidFill>
            </a:endParaRPr>
          </a:p>
          <a:p>
            <a:pPr algn="r"/>
            <a:r>
              <a:rPr lang="en-US" sz="1600" dirty="0">
                <a:solidFill>
                  <a:srgbClr val="FFFFFF"/>
                </a:solidFill>
              </a:rPr>
              <a:t>Masters Thesis Presentation</a:t>
            </a:r>
          </a:p>
          <a:p>
            <a:pPr algn="r"/>
            <a:r>
              <a:rPr lang="en-US" sz="1600" dirty="0">
                <a:solidFill>
                  <a:srgbClr val="FFFFFF"/>
                </a:solidFill>
              </a:rPr>
              <a:t>Scientific adviser RTU FCSITE docent </a:t>
            </a:r>
          </a:p>
          <a:p>
            <a:pPr algn="r"/>
            <a:r>
              <a:rPr lang="en-US" sz="1600" dirty="0">
                <a:solidFill>
                  <a:srgbClr val="FFFFFF"/>
                </a:solidFill>
              </a:rPr>
              <a:t>Ilze Andersone</a:t>
            </a:r>
          </a:p>
          <a:p>
            <a:pPr algn="r"/>
            <a:r>
              <a:rPr lang="en-US" sz="1600" dirty="0">
                <a:solidFill>
                  <a:srgbClr val="FFFFFF"/>
                </a:solidFill>
              </a:rPr>
              <a:t>December 16, 2025</a:t>
            </a:r>
            <a:endParaRPr lang="lv-LV" sz="1600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5002D-0F23-1E97-0B41-65D20F50F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3467" y="1417320"/>
            <a:ext cx="8599905" cy="297123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“Improving an Academic Information System through Cognitive Load Principles and User-Centered Information Architecture: A Case Study of LUIS”</a:t>
            </a:r>
          </a:p>
        </p:txBody>
      </p:sp>
    </p:spTree>
    <p:extLst>
      <p:ext uri="{BB962C8B-B14F-4D97-AF65-F5344CB8AC3E}">
        <p14:creationId xmlns:p14="http://schemas.microsoft.com/office/powerpoint/2010/main" val="232823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746F2-2705-B239-D11F-02EF9410E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BE5A7-B550-DC40-A1D7-C61250F2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2395728"/>
            <a:ext cx="3201366" cy="1578624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327F409-198A-8576-10D8-3D0CD9549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81237" y="649480"/>
            <a:ext cx="678437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1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Timely context: 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Latvia is planning to merge and replace current academic platforms (LUIS, VIIS, ORTUS) under a new national digital architecture.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1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Why this matters: 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Today, users report navigation friction, unclear terminology, hidden actions, and slow feedback in LUIS.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1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Opportunity: 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LUIS is still used daily, so it gives a real chance to collect user evidence now and use it to design the next system better (based on cognitive load + information architecture).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Aptos Body"/>
            </a:endParaRPr>
          </a:p>
        </p:txBody>
      </p:sp>
    </p:spTree>
    <p:extLst>
      <p:ext uri="{BB962C8B-B14F-4D97-AF65-F5344CB8AC3E}">
        <p14:creationId xmlns:p14="http://schemas.microsoft.com/office/powerpoint/2010/main" val="88961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A7A27-4D0C-7ED6-A3B6-1BAE853D3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3" name="Rectangle 1182">
            <a:extLst>
              <a:ext uri="{FF2B5EF4-FFF2-40B4-BE49-F238E27FC236}">
                <a16:creationId xmlns:a16="http://schemas.microsoft.com/office/drawing/2014/main" id="{2698752C-C827-E95C-86EA-DF2852D02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85" name="Rectangle 1184">
            <a:extLst>
              <a:ext uri="{FF2B5EF4-FFF2-40B4-BE49-F238E27FC236}">
                <a16:creationId xmlns:a16="http://schemas.microsoft.com/office/drawing/2014/main" id="{24BA444F-070A-2D5C-DEB8-00B3F02D1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290BEC8C-79EC-DEB2-BCEE-A54F9BC4D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14A008FA-8CF9-2AE0-8094-EA2D81AD1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91D5397F-99D8-115B-E5BF-9254BE902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3" name="Freeform: Shape 1192">
            <a:extLst>
              <a:ext uri="{FF2B5EF4-FFF2-40B4-BE49-F238E27FC236}">
                <a16:creationId xmlns:a16="http://schemas.microsoft.com/office/drawing/2014/main" id="{3F48FEE2-4398-5E31-B714-BB579B669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CC87948E-5463-7625-F90D-028DA54F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D9A7B-4A58-D135-B63C-99A94DC7A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048" y="1920240"/>
            <a:ext cx="3443773" cy="2549155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Research Aim 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&amp; 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Research Questio</a:t>
            </a:r>
            <a:r>
              <a:rPr lang="en-US" sz="4400" dirty="0">
                <a:solidFill>
                  <a:srgbClr val="FFFFFF"/>
                </a:solidFill>
              </a:rPr>
              <a:t>n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3E8BF-A840-8237-AB4E-EA9576CF12F1}"/>
              </a:ext>
            </a:extLst>
          </p:cNvPr>
          <p:cNvSpPr txBox="1"/>
          <p:nvPr/>
        </p:nvSpPr>
        <p:spPr>
          <a:xfrm>
            <a:off x="4459135" y="852275"/>
            <a:ext cx="6527421" cy="5133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4B988-4C5F-9B1D-EDCB-A6A2E33D7CBC}"/>
              </a:ext>
            </a:extLst>
          </p:cNvPr>
          <p:cNvSpPr txBox="1"/>
          <p:nvPr/>
        </p:nvSpPr>
        <p:spPr>
          <a:xfrm>
            <a:off x="4838184" y="649480"/>
            <a:ext cx="652742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n-US" sz="2600" b="1" dirty="0">
                <a:latin typeface="+mj-lt"/>
              </a:rPr>
              <a:t>Research aim:</a:t>
            </a:r>
          </a:p>
          <a:p>
            <a:endParaRPr lang="en-US" sz="2600" dirty="0">
              <a:latin typeface="+mj-lt"/>
            </a:endParaRP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To develop a replicable methodological framework for analyzing and redesigning academic information systems using cognitive-load principles and user-centered information architecture.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To apply and validate this framework through a case study of the Latvian Academic Information System (LUIS).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+mj-lt"/>
            </a:endParaRPr>
          </a:p>
          <a:p>
            <a:endParaRPr lang="en-US" sz="2400" b="1" dirty="0">
              <a:latin typeface="+mj-lt"/>
            </a:endParaRPr>
          </a:p>
          <a:p>
            <a:r>
              <a:rPr lang="en-US" sz="2600" b="1" dirty="0">
                <a:latin typeface="+mj-lt"/>
              </a:rPr>
              <a:t>Research question: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How can user-centered information architecture, informed by cognitive-load principles, improve the usability of academic information systems, and what does the case of LUIS show about reducing unnecessary mental effort?</a:t>
            </a:r>
          </a:p>
        </p:txBody>
      </p:sp>
    </p:spTree>
    <p:extLst>
      <p:ext uri="{BB962C8B-B14F-4D97-AF65-F5344CB8AC3E}">
        <p14:creationId xmlns:p14="http://schemas.microsoft.com/office/powerpoint/2010/main" val="104642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63562-97C8-AEC6-F9E4-0228F509E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Integrated Methodological Framework</a:t>
            </a:r>
            <a:endParaRPr lang="en-US" b="1" dirty="0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72BA0739-8553-F555-B423-4D6F4A242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4371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500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B73CE-E91C-ECC0-2C64-3BF05D86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9" name="Rectangle 112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7" name="Freeform: Shape 113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FACB4-9EC3-264B-0D74-87F1DA4C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844" y="2494671"/>
            <a:ext cx="3476861" cy="797132"/>
          </a:xfrm>
        </p:spPr>
        <p:txBody>
          <a:bodyPr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Contribution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AF7FB-BFD0-FC14-7EE9-32D3CE1AEB83}"/>
              </a:ext>
            </a:extLst>
          </p:cNvPr>
          <p:cNvSpPr txBox="1"/>
          <p:nvPr/>
        </p:nvSpPr>
        <p:spPr>
          <a:xfrm>
            <a:off x="4870988" y="829590"/>
            <a:ext cx="609447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latin typeface="+mj-lt"/>
              </a:rPr>
              <a:t>Replicable framework </a:t>
            </a:r>
            <a:r>
              <a:rPr lang="en-US" sz="2200" dirty="0">
                <a:latin typeface="+mj-lt"/>
              </a:rPr>
              <a:t>for analyzing + redesigning academic workflows (CLT + IA + UX)</a:t>
            </a:r>
          </a:p>
          <a:p>
            <a:pPr marL="36576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latin typeface="+mj-lt"/>
              </a:rPr>
              <a:t>Evidence base </a:t>
            </a:r>
            <a:r>
              <a:rPr lang="en-US" sz="2200" dirty="0">
                <a:latin typeface="+mj-lt"/>
              </a:rPr>
              <a:t>from 92 LUIS users (quant + open-text NLP)</a:t>
            </a:r>
          </a:p>
          <a:p>
            <a:pPr marL="36576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latin typeface="+mj-lt"/>
              </a:rPr>
              <a:t>Workflow prioritization method </a:t>
            </a:r>
            <a:r>
              <a:rPr lang="en-US" sz="2200" dirty="0">
                <a:latin typeface="+mj-lt"/>
              </a:rPr>
              <a:t>(frequency + difficulty + clarity + priority score)</a:t>
            </a:r>
          </a:p>
          <a:p>
            <a:pPr marL="36576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latin typeface="+mj-lt"/>
              </a:rPr>
              <a:t>Three redesigned workflows </a:t>
            </a:r>
            <a:r>
              <a:rPr lang="en-US" sz="2200" dirty="0">
                <a:latin typeface="+mj-lt"/>
              </a:rPr>
              <a:t>(student + admin) with step reduction</a:t>
            </a:r>
          </a:p>
          <a:p>
            <a:pPr marL="36576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latin typeface="+mj-lt"/>
              </a:rPr>
              <a:t>Prototype validation </a:t>
            </a:r>
            <a:r>
              <a:rPr lang="en-US" sz="2200" dirty="0">
                <a:latin typeface="+mj-lt"/>
              </a:rPr>
              <a:t>with 51 users showing higher clarity and lower perceived effort</a:t>
            </a:r>
          </a:p>
          <a:p>
            <a:pPr marL="36576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b="1" dirty="0">
                <a:latin typeface="+mj-lt"/>
              </a:rPr>
              <a:t>Public GitHub repository</a:t>
            </a:r>
            <a:r>
              <a:rPr lang="en-US" sz="2200" dirty="0">
                <a:latin typeface="+mj-lt"/>
              </a:rPr>
              <a:t>: data structure, code notebooks, and design artefacts</a:t>
            </a:r>
          </a:p>
        </p:txBody>
      </p:sp>
    </p:spTree>
    <p:extLst>
      <p:ext uri="{BB962C8B-B14F-4D97-AF65-F5344CB8AC3E}">
        <p14:creationId xmlns:p14="http://schemas.microsoft.com/office/powerpoint/2010/main" val="303371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2FBD5-A10E-24BE-CA53-63828DDE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3" name="Rectangle 1182">
            <a:extLst>
              <a:ext uri="{FF2B5EF4-FFF2-40B4-BE49-F238E27FC236}">
                <a16:creationId xmlns:a16="http://schemas.microsoft.com/office/drawing/2014/main" id="{15CCB747-7615-D61C-8947-75346A937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85" name="Rectangle 1184">
            <a:extLst>
              <a:ext uri="{FF2B5EF4-FFF2-40B4-BE49-F238E27FC236}">
                <a16:creationId xmlns:a16="http://schemas.microsoft.com/office/drawing/2014/main" id="{C630A71F-5DA5-FF78-62A4-3A4E5230D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F6CB2C55-D447-D6FD-006C-9AAB8F2F3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CAF1E56C-618B-1FF5-147A-6CE06F347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8B9BEBA5-9DEC-264F-0286-AA54B8118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3" name="Freeform: Shape 1192">
            <a:extLst>
              <a:ext uri="{FF2B5EF4-FFF2-40B4-BE49-F238E27FC236}">
                <a16:creationId xmlns:a16="http://schemas.microsoft.com/office/drawing/2014/main" id="{579DF87A-B94D-8FE3-D877-7E1421271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39C6A32B-CE7D-33D3-5711-490090271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8526C-1A1E-A9DF-38BA-495581005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464" y="2130552"/>
            <a:ext cx="3617509" cy="141222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Data &amp; Methods</a:t>
            </a:r>
            <a:endParaRPr lang="en-US" sz="2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712E6-5EF7-FFD4-F2CA-04FA5AB3FC4F}"/>
              </a:ext>
            </a:extLst>
          </p:cNvPr>
          <p:cNvSpPr txBox="1"/>
          <p:nvPr/>
        </p:nvSpPr>
        <p:spPr>
          <a:xfrm>
            <a:off x="4459135" y="852275"/>
            <a:ext cx="6527421" cy="5133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BA6F3-8BE8-CDEC-6EE1-5B3B80D39EE9}"/>
              </a:ext>
            </a:extLst>
          </p:cNvPr>
          <p:cNvSpPr txBox="1"/>
          <p:nvPr/>
        </p:nvSpPr>
        <p:spPr>
          <a:xfrm>
            <a:off x="4838184" y="649480"/>
            <a:ext cx="652742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+mj-lt"/>
              </a:rPr>
              <a:t>Mixed-methods research design (pragmatic approach)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+mj-lt"/>
              </a:rPr>
              <a:t>Quantitative user survey (n = 92)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+mj-lt"/>
              </a:rPr>
              <a:t>Open-text feedback analyzed with NLP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+mj-lt"/>
              </a:rPr>
              <a:t>Prototype-based usability testing (n = 51)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dirty="0">
                <a:latin typeface="+mj-lt"/>
              </a:rPr>
              <a:t>Focus on cognitive load, navigation, terminology, and workflow clarity</a:t>
            </a:r>
          </a:p>
        </p:txBody>
      </p:sp>
    </p:spTree>
    <p:extLst>
      <p:ext uri="{BB962C8B-B14F-4D97-AF65-F5344CB8AC3E}">
        <p14:creationId xmlns:p14="http://schemas.microsoft.com/office/powerpoint/2010/main" val="109720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9864C-804F-0485-536E-5A76DEEF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9" name="Rectangle 1128">
            <a:extLst>
              <a:ext uri="{FF2B5EF4-FFF2-40B4-BE49-F238E27FC236}">
                <a16:creationId xmlns:a16="http://schemas.microsoft.com/office/drawing/2014/main" id="{D52D2761-3F1D-9E8B-898D-CE7B2E856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9F6529D6-4E29-00AC-377C-74DF2D032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19EEE7C6-4419-CA9F-6EDB-D320CA09D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BF4461C9-FBC2-9B29-D5F8-774F371E6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7" name="Freeform: Shape 1136">
            <a:extLst>
              <a:ext uri="{FF2B5EF4-FFF2-40B4-BE49-F238E27FC236}">
                <a16:creationId xmlns:a16="http://schemas.microsoft.com/office/drawing/2014/main" id="{56924E4C-B201-8FA8-7EF0-C7E78D520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FB986-AFFC-363B-3C00-CD50679FA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024" y="2494670"/>
            <a:ext cx="3729681" cy="1254369"/>
          </a:xfrm>
        </p:spPr>
        <p:txBody>
          <a:bodyPr anchor="t">
            <a:no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Analytical Pipeline</a:t>
            </a:r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8600138B-051D-1CED-2E52-FEEA1F929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136" y="478712"/>
            <a:ext cx="5208282" cy="562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2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8FA5D-31F4-2555-AF1D-D8E493A72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3" name="Rectangle 1182">
            <a:extLst>
              <a:ext uri="{FF2B5EF4-FFF2-40B4-BE49-F238E27FC236}">
                <a16:creationId xmlns:a16="http://schemas.microsoft.com/office/drawing/2014/main" id="{761258D0-CB3B-00ED-D276-6BEC5C807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85" name="Rectangle 1184">
            <a:extLst>
              <a:ext uri="{FF2B5EF4-FFF2-40B4-BE49-F238E27FC236}">
                <a16:creationId xmlns:a16="http://schemas.microsoft.com/office/drawing/2014/main" id="{553F9B70-BC03-2234-AC19-E3D9BC5C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2FA8A564-D58E-C4FC-586B-E9C2179FE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D0D417A6-8B18-C41C-2A02-6974B9553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EF628237-28D7-5BE7-D923-F0328743F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3" name="Freeform: Shape 1192">
            <a:extLst>
              <a:ext uri="{FF2B5EF4-FFF2-40B4-BE49-F238E27FC236}">
                <a16:creationId xmlns:a16="http://schemas.microsoft.com/office/drawing/2014/main" id="{3C54A67B-B497-25DB-0D78-A27E3F97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A152A64D-C1B0-8B92-FA0D-358355439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B70E3-F26D-416D-7E81-AF4B618F9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744" y="2231136"/>
            <a:ext cx="3560265" cy="13437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Key analytical findings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25F4B-FCA9-768A-BE31-9BAFC7F64256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Low intrinsic difficulty across workflows</a:t>
            </a:r>
            <a:r>
              <a:rPr lang="en-US" sz="2400" dirty="0">
                <a:latin typeface="+mj-lt"/>
              </a:rPr>
              <a:t>; high extraneous difficulty + clarity importance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Main problem</a:t>
            </a:r>
            <a:r>
              <a:rPr lang="en-US" sz="2400" dirty="0">
                <a:latin typeface="+mj-lt"/>
              </a:rPr>
              <a:t> = interface structure, not academic task logic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Role differences: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Students: navigation + terminology friction (course registration, grades)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Admin: high load in multi-step workflows (grade entry, reports)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NLP confirms 4 themes</a:t>
            </a:r>
            <a:r>
              <a:rPr lang="en-US" sz="2400" dirty="0">
                <a:latin typeface="+mj-lt"/>
              </a:rPr>
              <a:t>: navigation, terminology, layout/visibility, system feedback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Device context matters</a:t>
            </a:r>
            <a:r>
              <a:rPr lang="en-US" sz="2400" dirty="0">
                <a:latin typeface="+mj-lt"/>
              </a:rPr>
              <a:t>: students' desktop + mobile, admin desktop</a:t>
            </a:r>
          </a:p>
        </p:txBody>
      </p:sp>
    </p:spTree>
    <p:extLst>
      <p:ext uri="{BB962C8B-B14F-4D97-AF65-F5344CB8AC3E}">
        <p14:creationId xmlns:p14="http://schemas.microsoft.com/office/powerpoint/2010/main" val="258496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69589-85DC-334B-1FDF-B17FA1BC5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0" name="Rectangle 120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11" name="Rectangle 121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2" name="Rectangle 121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4" name="Rectangle 121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6" name="Rectangle 121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C72B5-6D2C-06C3-3BD3-99B2E3369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dirty="0">
                <a:solidFill>
                  <a:srgbClr val="FFFFFF"/>
                </a:solidFill>
              </a:rPr>
              <a:t>Word clouds of open-text responses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26DCEE-4012-AE44-37BE-49FEECB26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646" y="2181426"/>
            <a:ext cx="4454190" cy="3997637"/>
          </a:xfrm>
          <a:prstGeom prst="rect">
            <a:avLst/>
          </a:prstGeom>
        </p:spPr>
      </p:pic>
      <p:pic>
        <p:nvPicPr>
          <p:cNvPr id="3" name="image4.png" descr="A close up of words&#10;&#10;AI-generated content may be incorrect.">
            <a:extLst>
              <a:ext uri="{FF2B5EF4-FFF2-40B4-BE49-F238E27FC236}">
                <a16:creationId xmlns:a16="http://schemas.microsoft.com/office/drawing/2014/main" id="{C73D0CB7-C384-D034-0C69-F68318C797C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345165" y="2217815"/>
            <a:ext cx="3997831" cy="39978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08B176-AFFD-050C-DD49-7BE5A7DF17EE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196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957876-A7FE-3CF4-66FC-0469EA71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3" name="Rectangle 1182">
            <a:extLst>
              <a:ext uri="{FF2B5EF4-FFF2-40B4-BE49-F238E27FC236}">
                <a16:creationId xmlns:a16="http://schemas.microsoft.com/office/drawing/2014/main" id="{1C9F335C-5E24-B8DC-0EA9-244F36AE3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85" name="Rectangle 1184">
            <a:extLst>
              <a:ext uri="{FF2B5EF4-FFF2-40B4-BE49-F238E27FC236}">
                <a16:creationId xmlns:a16="http://schemas.microsoft.com/office/drawing/2014/main" id="{6FDC1EAE-B4D7-F677-7F8D-BC5BF9EC7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42F5814E-0651-9BF5-1A08-4B24EDCBB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8DAD97C7-6855-2957-9146-ABE7170B3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2EF96CF2-C5AE-42C4-DB2C-51010EF42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3" name="Freeform: Shape 1192">
            <a:extLst>
              <a:ext uri="{FF2B5EF4-FFF2-40B4-BE49-F238E27FC236}">
                <a16:creationId xmlns:a16="http://schemas.microsoft.com/office/drawing/2014/main" id="{EB515E98-7708-DF11-093F-FC4BE805E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684210D4-9358-AF57-6AEF-98C97A0F9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2D7B3-210E-6559-AD5B-9E971570C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3624" y="2237684"/>
            <a:ext cx="2255053" cy="141222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Workflow selection</a:t>
            </a:r>
            <a:endParaRPr lang="en-US" sz="2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6A765-9C8E-6807-8F0A-C5C1CAD9F9CC}"/>
              </a:ext>
            </a:extLst>
          </p:cNvPr>
          <p:cNvSpPr txBox="1"/>
          <p:nvPr/>
        </p:nvSpPr>
        <p:spPr>
          <a:xfrm>
            <a:off x="4655239" y="872556"/>
            <a:ext cx="6527421" cy="5133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34514-07DD-FAF6-B984-E2009322FBCA}"/>
              </a:ext>
            </a:extLst>
          </p:cNvPr>
          <p:cNvSpPr txBox="1"/>
          <p:nvPr/>
        </p:nvSpPr>
        <p:spPr>
          <a:xfrm>
            <a:off x="4818928" y="872556"/>
            <a:ext cx="6167628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Exam Grade Entry (desktop)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Highest priority score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High responsibility + fragmented path + late validation + unclear fields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b="1" dirty="0">
                <a:latin typeface="+mj-lt"/>
              </a:rPr>
              <a:t>Search &amp; Register for Courses (desktop + mobile)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Highest frequency + most student comments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Navigation friction + unclear terminology + hidden actions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Mobile introduction of workflow</a:t>
            </a:r>
          </a:p>
        </p:txBody>
      </p:sp>
    </p:spTree>
    <p:extLst>
      <p:ext uri="{BB962C8B-B14F-4D97-AF65-F5344CB8AC3E}">
        <p14:creationId xmlns:p14="http://schemas.microsoft.com/office/powerpoint/2010/main" val="92034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4ED9E-D126-93CD-BDC2-CD8B5F65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1E23-1651-F441-7137-00959807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Redesign Strategy</a:t>
            </a:r>
            <a:endParaRPr lang="en-US" b="1" dirty="0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A473F3B4-6723-B8CB-16D3-644F9AB478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14063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77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92356-DE5E-6390-835B-E21B93C4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56" name="Rectangle 125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8" name="Rectangle 125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0" name="Rectangle 125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 126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4" name="Freeform: Shape 126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ABA52-DBD0-2076-2528-8495EE3B4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5" y="1971578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fr-FR" sz="4000" dirty="0" err="1">
                <a:solidFill>
                  <a:srgbClr val="FFFFFF"/>
                </a:solidFill>
              </a:rPr>
              <a:t>Existing</a:t>
            </a:r>
            <a:r>
              <a:rPr lang="fr-FR" sz="4000" dirty="0">
                <a:solidFill>
                  <a:srgbClr val="FFFFFF"/>
                </a:solidFill>
              </a:rPr>
              <a:t> LUIS Mobile Interface </a:t>
            </a:r>
            <a:r>
              <a:rPr lang="fr-FR" sz="4000" dirty="0" err="1">
                <a:solidFill>
                  <a:srgbClr val="FFFFFF"/>
                </a:solidFill>
              </a:rPr>
              <a:t>Visuals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F8B80C-7770-3A66-3F64-754133EFA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627692"/>
            <a:ext cx="7225748" cy="56026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3AC8D9-6451-9A58-FA4B-91206CF42836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9201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F7459-EE7B-1596-361C-6F85E6832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65" name="Rectangle 126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7" name="Rectangle 126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9" name="Rectangle 126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1" name="Rectangle 127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2F3CC4-A327-3075-7EED-E0CF022FE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dirty="0">
                <a:solidFill>
                  <a:srgbClr val="FFFFFF"/>
                </a:solidFill>
              </a:rPr>
              <a:t>Student Mobile workflow Low-Fi Wireframes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A screenshot of a mobile application&#10;&#10;AI-generated content may be incorrect.">
            <a:extLst>
              <a:ext uri="{FF2B5EF4-FFF2-40B4-BE49-F238E27FC236}">
                <a16:creationId xmlns:a16="http://schemas.microsoft.com/office/drawing/2014/main" id="{DAB05DBC-BCC2-7D81-9074-E9251D3C4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16529" y="1966293"/>
            <a:ext cx="7358941" cy="445216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36FDBD-93B4-2890-A9C6-5E1B475360BD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685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52253-F9E9-BAB5-E8AF-04A6487B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9" name="Rectangle 123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1" name="Rectangle 124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3" name="Rectangle 124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5" name="Rectangle 124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43486-A20F-A575-F28A-C250E5F2C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875229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fr-FR" sz="3700" dirty="0">
                <a:solidFill>
                  <a:srgbClr val="FFFFFF"/>
                </a:solidFill>
              </a:rPr>
              <a:t>Existing LUIS </a:t>
            </a:r>
            <a:r>
              <a:rPr lang="fr-FR" sz="3700" dirty="0" err="1">
                <a:solidFill>
                  <a:srgbClr val="FFFFFF"/>
                </a:solidFill>
              </a:rPr>
              <a:t>Sudent</a:t>
            </a:r>
            <a:r>
              <a:rPr lang="fr-FR" sz="3700" dirty="0">
                <a:solidFill>
                  <a:srgbClr val="FFFFFF"/>
                </a:solidFill>
              </a:rPr>
              <a:t> Desktop Interface </a:t>
            </a:r>
            <a:r>
              <a:rPr lang="fr-FR" sz="3700" dirty="0" err="1">
                <a:solidFill>
                  <a:srgbClr val="FFFFFF"/>
                </a:solidFill>
              </a:rPr>
              <a:t>Visuals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57D49-0040-8896-8815-2CA46346D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22" y="1966293"/>
            <a:ext cx="9948955" cy="4452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D9B1B2-B973-0F34-3871-02FD188E739D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348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2AC6D-1562-B843-45D9-DC282E8A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19" name="Rectangle 1318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1" name="Rectangle 1320">
            <a:extLst>
              <a:ext uri="{FF2B5EF4-FFF2-40B4-BE49-F238E27FC236}">
                <a16:creationId xmlns:a16="http://schemas.microsoft.com/office/drawing/2014/main" id="{E85CCF60-79A2-440A-86A2-1A64A59F7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3" name="Rectangle 1322">
            <a:extLst>
              <a:ext uri="{FF2B5EF4-FFF2-40B4-BE49-F238E27FC236}">
                <a16:creationId xmlns:a16="http://schemas.microsoft.com/office/drawing/2014/main" id="{3F2162BA-EECD-43E0-99D9-C00B194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5" name="Freeform: Shape 1324">
            <a:extLst>
              <a:ext uri="{FF2B5EF4-FFF2-40B4-BE49-F238E27FC236}">
                <a16:creationId xmlns:a16="http://schemas.microsoft.com/office/drawing/2014/main" id="{160DB805-F71F-46BB-A8CC-74F6D8306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27" name="Rectangle 1326">
            <a:extLst>
              <a:ext uri="{FF2B5EF4-FFF2-40B4-BE49-F238E27FC236}">
                <a16:creationId xmlns:a16="http://schemas.microsoft.com/office/drawing/2014/main" id="{6F91054C-3439-420E-88EB-F0A5637EC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213DF-2C6D-B1BE-0BAC-68B2182EF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6945" y="2483731"/>
            <a:ext cx="2895573" cy="18607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Student desktop wireframes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3D3ABA-B5F5-8FAE-4DE7-246D71DC7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2" r="9037" b="-2"/>
          <a:stretch>
            <a:fillRect/>
          </a:stretch>
        </p:blipFill>
        <p:spPr bwMode="auto">
          <a:xfrm>
            <a:off x="4972346" y="3673424"/>
            <a:ext cx="2973799" cy="2503561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057610-52F8-6090-D9C3-B141A177A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1" r="9616" b="1"/>
          <a:stretch>
            <a:fillRect/>
          </a:stretch>
        </p:blipFill>
        <p:spPr bwMode="auto">
          <a:xfrm>
            <a:off x="8298768" y="851338"/>
            <a:ext cx="2966256" cy="2503561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F7565-F352-4C2D-C229-F2FF7ADD55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2" r="8605" b="2"/>
          <a:stretch>
            <a:fillRect/>
          </a:stretch>
        </p:blipFill>
        <p:spPr bwMode="auto">
          <a:xfrm>
            <a:off x="4976128" y="851337"/>
            <a:ext cx="2966237" cy="2503561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937CA7-0A35-75DE-D506-549F2378E2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9" r="8722" b="-2"/>
          <a:stretch>
            <a:fillRect/>
          </a:stretch>
        </p:blipFill>
        <p:spPr bwMode="auto">
          <a:xfrm>
            <a:off x="8298768" y="3673425"/>
            <a:ext cx="2973761" cy="2503561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986240-C899-E1DF-C749-AA326E4D3D2C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856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062460-56CB-6F27-4C15-847BE1176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Rectangle 1251">
            <a:extLst>
              <a:ext uri="{FF2B5EF4-FFF2-40B4-BE49-F238E27FC236}">
                <a16:creationId xmlns:a16="http://schemas.microsoft.com/office/drawing/2014/main" id="{EDC07B27-4E3C-4BCF-ABDB-6AA72857C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19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" name="Rectangle 1253">
            <a:extLst>
              <a:ext uri="{FF2B5EF4-FFF2-40B4-BE49-F238E27FC236}">
                <a16:creationId xmlns:a16="http://schemas.microsoft.com/office/drawing/2014/main" id="{83D11BE6-2A04-4DBB-842D-88602B5E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12437"/>
            <a:ext cx="11713464" cy="6844063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6" name="Rectangle 1255">
            <a:extLst>
              <a:ext uri="{FF2B5EF4-FFF2-40B4-BE49-F238E27FC236}">
                <a16:creationId xmlns:a16="http://schemas.microsoft.com/office/drawing/2014/main" id="{2A05E02A-9AA9-45EC-B87B-B46F043F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" y="2724072"/>
            <a:ext cx="12192008" cy="4114801"/>
          </a:xfrm>
          <a:prstGeom prst="rect">
            <a:avLst/>
          </a:prstGeom>
          <a:gradFill>
            <a:gsLst>
              <a:gs pos="30000">
                <a:schemeClr val="accent1">
                  <a:lumMod val="75000"/>
                  <a:alpha val="19000"/>
                </a:schemeClr>
              </a:gs>
              <a:gs pos="100000">
                <a:schemeClr val="accent1">
                  <a:alpha val="24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8" name="Rectangle 1257">
            <a:extLst>
              <a:ext uri="{FF2B5EF4-FFF2-40B4-BE49-F238E27FC236}">
                <a16:creationId xmlns:a16="http://schemas.microsoft.com/office/drawing/2014/main" id="{0E91EDBA-E8E0-4575-8147-B70034521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09672" y="1716338"/>
            <a:ext cx="6858003" cy="3422328"/>
          </a:xfrm>
          <a:prstGeom prst="rect">
            <a:avLst/>
          </a:prstGeom>
          <a:gradFill>
            <a:gsLst>
              <a:gs pos="0">
                <a:schemeClr val="accent1">
                  <a:alpha val="52000"/>
                </a:schemeClr>
              </a:gs>
              <a:gs pos="76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006B8-5405-0B35-63E0-99FDB4154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6882" y="459929"/>
            <a:ext cx="9867331" cy="7454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z="4100" dirty="0">
                <a:solidFill>
                  <a:srgbClr val="FFFFFF"/>
                </a:solidFill>
              </a:rPr>
              <a:t>Existing LUIS Admin Desktop Interface </a:t>
            </a:r>
            <a:r>
              <a:rPr lang="fr-FR" sz="4100" dirty="0" err="1">
                <a:solidFill>
                  <a:srgbClr val="FFFFFF"/>
                </a:solidFill>
              </a:rPr>
              <a:t>Visuals</a:t>
            </a:r>
            <a:endParaRPr lang="en-US" sz="41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60" name="Rectangle 1259">
            <a:extLst>
              <a:ext uri="{FF2B5EF4-FFF2-40B4-BE49-F238E27FC236}">
                <a16:creationId xmlns:a16="http://schemas.microsoft.com/office/drawing/2014/main" id="{DFEE4473-A122-4E96-8C31-B4C5AAA2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23" y="2706446"/>
            <a:ext cx="12191997" cy="37119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92000">
                <a:schemeClr val="accent1">
                  <a:lumMod val="75000"/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839EC5-5B63-B2AE-73AB-87F38FB3D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204" y="1652842"/>
            <a:ext cx="6089410" cy="289247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C784B-04EC-D0FE-BAC7-A50A12946E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5204" y="4714038"/>
            <a:ext cx="6056229" cy="133237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9C0A8B-5E4B-B8B4-B17D-C9AD1D03E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501" y="1652842"/>
            <a:ext cx="4211181" cy="44919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A308AA-5677-F46C-B876-6E5570F80D95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41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EEE68-DF0C-1FBC-1257-A0F75595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" name="Rectangle 1331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4" name="Rectangle 1333">
            <a:extLst>
              <a:ext uri="{FF2B5EF4-FFF2-40B4-BE49-F238E27FC236}">
                <a16:creationId xmlns:a16="http://schemas.microsoft.com/office/drawing/2014/main" id="{E85CCF60-79A2-440A-86A2-1A64A59F7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6" name="Rectangle 1335">
            <a:extLst>
              <a:ext uri="{FF2B5EF4-FFF2-40B4-BE49-F238E27FC236}">
                <a16:creationId xmlns:a16="http://schemas.microsoft.com/office/drawing/2014/main" id="{3F2162BA-EECD-43E0-99D9-C00B194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8" name="Freeform: Shape 1337">
            <a:extLst>
              <a:ext uri="{FF2B5EF4-FFF2-40B4-BE49-F238E27FC236}">
                <a16:creationId xmlns:a16="http://schemas.microsoft.com/office/drawing/2014/main" id="{160DB805-F71F-46BB-A8CC-74F6D8306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40" name="Rectangle 1339">
            <a:extLst>
              <a:ext uri="{FF2B5EF4-FFF2-40B4-BE49-F238E27FC236}">
                <a16:creationId xmlns:a16="http://schemas.microsoft.com/office/drawing/2014/main" id="{6F91054C-3439-420E-88EB-F0A5637EC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D5071-4773-131E-22FF-C6B1BAEF3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028" y="2483731"/>
            <a:ext cx="2895573" cy="18766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Admin desktop wireframes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2B3F97-34B7-CF1D-C8C3-04DC97BFE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25420" y="3320766"/>
            <a:ext cx="2316508" cy="289563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20B23D-EDDE-5290-AB51-BE4DD45B3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1040" y="3280567"/>
            <a:ext cx="3513191" cy="2634892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2AD90E-F0B6-2963-092F-DBF83DE856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1040" y="511008"/>
            <a:ext cx="3513191" cy="2547063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602C9F-50E3-F1A5-DEC8-28F3B2E959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82466" y="511008"/>
            <a:ext cx="3477220" cy="2547063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D5F921-4D25-A406-6EE7-C84BFC8AB4B3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068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A532E-F678-21F8-1A54-BC73B849A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3" name="Rectangle 1182">
            <a:extLst>
              <a:ext uri="{FF2B5EF4-FFF2-40B4-BE49-F238E27FC236}">
                <a16:creationId xmlns:a16="http://schemas.microsoft.com/office/drawing/2014/main" id="{BEAC0DAB-C0A8-F971-FCFF-981475216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85" name="Rectangle 1184">
            <a:extLst>
              <a:ext uri="{FF2B5EF4-FFF2-40B4-BE49-F238E27FC236}">
                <a16:creationId xmlns:a16="http://schemas.microsoft.com/office/drawing/2014/main" id="{05304FD4-DFED-A3F0-D1DA-62CA6C73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7" name="Rectangle 1186">
            <a:extLst>
              <a:ext uri="{FF2B5EF4-FFF2-40B4-BE49-F238E27FC236}">
                <a16:creationId xmlns:a16="http://schemas.microsoft.com/office/drawing/2014/main" id="{40EBE4A0-5ED2-A855-076F-834E2B6AD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598A6B89-C5A6-BC42-1BFD-D15C04FA5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371A0F32-65D2-9624-0168-B1511D2AD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3" name="Freeform: Shape 1192">
            <a:extLst>
              <a:ext uri="{FF2B5EF4-FFF2-40B4-BE49-F238E27FC236}">
                <a16:creationId xmlns:a16="http://schemas.microsoft.com/office/drawing/2014/main" id="{BB8EB1BD-4925-7777-8D03-98A5F631F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95" name="Rectangle 1194">
            <a:extLst>
              <a:ext uri="{FF2B5EF4-FFF2-40B4-BE49-F238E27FC236}">
                <a16:creationId xmlns:a16="http://schemas.microsoft.com/office/drawing/2014/main" id="{49963178-C1CA-932F-0951-B808C7785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3E090-F65C-4956-7D34-1910BE567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200" y="2304440"/>
            <a:ext cx="3201366" cy="180095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Workflow Steps Comparison</a:t>
            </a:r>
            <a:endParaRPr lang="en-US" sz="4000" kern="1200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E3C16-1E02-9CDC-B9B2-507A74172928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911651-D332-8DB4-E26B-2BEB15884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320756"/>
              </p:ext>
            </p:extLst>
          </p:nvPr>
        </p:nvGraphicFramePr>
        <p:xfrm>
          <a:off x="5041907" y="1171401"/>
          <a:ext cx="6079156" cy="4435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9789">
                  <a:extLst>
                    <a:ext uri="{9D8B030D-6E8A-4147-A177-3AD203B41FA5}">
                      <a16:colId xmlns:a16="http://schemas.microsoft.com/office/drawing/2014/main" val="279396618"/>
                    </a:ext>
                  </a:extLst>
                </a:gridCol>
                <a:gridCol w="1519789">
                  <a:extLst>
                    <a:ext uri="{9D8B030D-6E8A-4147-A177-3AD203B41FA5}">
                      <a16:colId xmlns:a16="http://schemas.microsoft.com/office/drawing/2014/main" val="1309264032"/>
                    </a:ext>
                  </a:extLst>
                </a:gridCol>
                <a:gridCol w="1519789">
                  <a:extLst>
                    <a:ext uri="{9D8B030D-6E8A-4147-A177-3AD203B41FA5}">
                      <a16:colId xmlns:a16="http://schemas.microsoft.com/office/drawing/2014/main" val="3111642103"/>
                    </a:ext>
                  </a:extLst>
                </a:gridCol>
                <a:gridCol w="1519789">
                  <a:extLst>
                    <a:ext uri="{9D8B030D-6E8A-4147-A177-3AD203B41FA5}">
                      <a16:colId xmlns:a16="http://schemas.microsoft.com/office/drawing/2014/main" val="1238254432"/>
                    </a:ext>
                  </a:extLst>
                </a:gridCol>
              </a:tblGrid>
              <a:tr h="43091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Workflow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Before Redesign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After Redesign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Step Reduction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45110010"/>
                  </a:ext>
                </a:extLst>
              </a:tr>
              <a:tr h="8732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Exam Grade Entry (Desktop)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11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5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-6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52481055"/>
                  </a:ext>
                </a:extLst>
              </a:tr>
              <a:tr h="8732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Course Registration (Desktop)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</a:rPr>
                        <a:t>   4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3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-1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330260"/>
                  </a:ext>
                </a:extLst>
              </a:tr>
              <a:tr h="8732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Course Registration (Mobile)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</a:rPr>
                        <a:t>N/A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</a:rPr>
                        <a:t>3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 -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51458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71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8EC96-AC60-0E3F-A71C-074924CD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76" name="Rectangle 127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8" name="Rectangle 127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FCB5A-BFF2-04A8-9037-3D29938E3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dirty="0">
                <a:solidFill>
                  <a:srgbClr val="FFFFFF"/>
                </a:solidFill>
              </a:rPr>
              <a:t>Student Mobile workflow prototype wiring.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C831AF-A8DA-095D-0679-5AA3F8560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2225" y="2295009"/>
            <a:ext cx="11327549" cy="379472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2F614D-E1E8-349D-88C5-98E9E629C3C0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4681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3812F-5A03-F3A4-775F-D8D6CC6E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76" name="Rectangle 127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8" name="Rectangle 127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0" name="Rectangle 127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28C02-FFBA-D32C-CCAC-A8ED3BF85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dirty="0">
                <a:solidFill>
                  <a:srgbClr val="FFFFFF"/>
                </a:solidFill>
              </a:rPr>
              <a:t>UI Design Style Guide 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screen shot of a sample&#10;&#10;AI-generated content may be incorrect.">
            <a:extLst>
              <a:ext uri="{FF2B5EF4-FFF2-40B4-BE49-F238E27FC236}">
                <a16:creationId xmlns:a16="http://schemas.microsoft.com/office/drawing/2014/main" id="{7BB2AE36-5645-C41A-FC2D-47368D4A80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35559" y="1966293"/>
            <a:ext cx="8520880" cy="4452160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489082-AFEF-4036-14BA-03C683D2E880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791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802AE4-DAF0-88CD-07AB-37B3BD58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87" name="Rectangle 128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9" name="Rectangle 128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1" name="Rectangle 129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" name="Rectangle 129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28178-4923-94F7-F689-91E131AAD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dirty="0">
                <a:solidFill>
                  <a:srgbClr val="FFFFFF"/>
                </a:solidFill>
              </a:rPr>
              <a:t>High-fidelity Mobile Screens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FEE57633-3755-9485-30D0-FAF73D756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627" y="1966293"/>
            <a:ext cx="8244745" cy="4452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C762C2-A43A-C8EA-6653-77A71CADFA18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2012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2D2E2-C0D0-FDC6-9763-C74CFFC3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0" name="Rectangle 1199">
            <a:extLst>
              <a:ext uri="{FF2B5EF4-FFF2-40B4-BE49-F238E27FC236}">
                <a16:creationId xmlns:a16="http://schemas.microsoft.com/office/drawing/2014/main" id="{BA535DA0-CB8D-B46C-B49B-7E322160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06747A77-7909-63B7-DF60-22F1500A2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4" name="Rectangle 1203">
            <a:extLst>
              <a:ext uri="{FF2B5EF4-FFF2-40B4-BE49-F238E27FC236}">
                <a16:creationId xmlns:a16="http://schemas.microsoft.com/office/drawing/2014/main" id="{E26A1129-901D-6AE1-BFAA-0B896A95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6" name="Rectangle 1205">
            <a:extLst>
              <a:ext uri="{FF2B5EF4-FFF2-40B4-BE49-F238E27FC236}">
                <a16:creationId xmlns:a16="http://schemas.microsoft.com/office/drawing/2014/main" id="{D3654201-7D43-4639-6350-6C7430D65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8" name="Freeform: Shape 1207">
            <a:extLst>
              <a:ext uri="{FF2B5EF4-FFF2-40B4-BE49-F238E27FC236}">
                <a16:creationId xmlns:a16="http://schemas.microsoft.com/office/drawing/2014/main" id="{3648EC34-2751-A892-F979-0DA5F52E5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D3B89-5BF3-3E82-2CC6-90790909D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5" y="2685111"/>
            <a:ext cx="2880828" cy="7436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Implications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BB4E7-1062-8410-32E2-58805E9B9B73}"/>
              </a:ext>
            </a:extLst>
          </p:cNvPr>
          <p:cNvSpPr txBox="1"/>
          <p:nvPr/>
        </p:nvSpPr>
        <p:spPr>
          <a:xfrm>
            <a:off x="4500243" y="666114"/>
            <a:ext cx="6844032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19D50-8045-0B88-0C54-8E44622525D4}"/>
              </a:ext>
            </a:extLst>
          </p:cNvPr>
          <p:cNvSpPr txBox="1"/>
          <p:nvPr/>
        </p:nvSpPr>
        <p:spPr>
          <a:xfrm>
            <a:off x="4775454" y="1427339"/>
            <a:ext cx="609447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+mj-lt"/>
              </a:rPr>
              <a:t>Usability problems in academic systems stem mainly from information structure, not task logic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+mj-lt"/>
              </a:rPr>
              <a:t>Reducing extraneous cognitive load improves efficiency without system replacement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+mj-lt"/>
              </a:rPr>
              <a:t>Information architecture should precede visual redesign in public digital systems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+mj-lt"/>
              </a:rPr>
              <a:t>Early user testing and workflow modelling should be standard in national platforms</a:t>
            </a:r>
          </a:p>
        </p:txBody>
      </p:sp>
    </p:spTree>
    <p:extLst>
      <p:ext uri="{BB962C8B-B14F-4D97-AF65-F5344CB8AC3E}">
        <p14:creationId xmlns:p14="http://schemas.microsoft.com/office/powerpoint/2010/main" val="22287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498C3-E64C-3A5A-FB41-F1E111361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0" name="Rectangle 119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4" name="Rectangle 120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6" name="Rectangle 120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8" name="Rectangle 120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close-up of words&#10;&#10;AI-generated content may be incorrect.">
            <a:extLst>
              <a:ext uri="{FF2B5EF4-FFF2-40B4-BE49-F238E27FC236}">
                <a16:creationId xmlns:a16="http://schemas.microsoft.com/office/drawing/2014/main" id="{9645E800-DDFD-0C1B-170B-1CCBB4B2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148" y="1014958"/>
            <a:ext cx="4170530" cy="4170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F2A16F-2BE8-183A-D3E9-16F069F616EF}"/>
              </a:ext>
            </a:extLst>
          </p:cNvPr>
          <p:cNvSpPr txBox="1"/>
          <p:nvPr/>
        </p:nvSpPr>
        <p:spPr>
          <a:xfrm>
            <a:off x="4459135" y="852275"/>
            <a:ext cx="6527421" cy="5133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6AED8-1EFF-284F-6C59-106A5515B544}"/>
              </a:ext>
            </a:extLst>
          </p:cNvPr>
          <p:cNvSpPr txBox="1"/>
          <p:nvPr/>
        </p:nvSpPr>
        <p:spPr>
          <a:xfrm>
            <a:off x="788115" y="1014958"/>
            <a:ext cx="6108192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3600" b="1" dirty="0">
                <a:latin typeface="+mj-lt"/>
              </a:rPr>
              <a:t>Conclusions</a:t>
            </a:r>
            <a:endParaRPr lang="en-US" sz="2400" b="1" dirty="0">
              <a:latin typeface="+mj-lt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+mj-lt"/>
              </a:rPr>
              <a:t>Cognitive load theory and information architecture explain key usability failures in LUIS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+mj-lt"/>
              </a:rPr>
              <a:t>Users struggle with presentation, not academic rules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+mj-lt"/>
              </a:rPr>
              <a:t>Targeted workflow redesign reduced steps, effort, and confusion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200" dirty="0">
                <a:latin typeface="+mj-lt"/>
              </a:rPr>
              <a:t>The proposed framework is transferable to other academic systems</a:t>
            </a:r>
          </a:p>
        </p:txBody>
      </p:sp>
    </p:spTree>
    <p:extLst>
      <p:ext uri="{BB962C8B-B14F-4D97-AF65-F5344CB8AC3E}">
        <p14:creationId xmlns:p14="http://schemas.microsoft.com/office/powerpoint/2010/main" val="402394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6EC48-6DDB-8549-320D-CFCB6402D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0" name="Rectangle 1199">
            <a:extLst>
              <a:ext uri="{FF2B5EF4-FFF2-40B4-BE49-F238E27FC236}">
                <a16:creationId xmlns:a16="http://schemas.microsoft.com/office/drawing/2014/main" id="{A6107427-AC7F-FCF1-C35D-94B57FF36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53A2D2E1-0364-AD66-BA5A-1E927D2F2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4" name="Rectangle 1203">
            <a:extLst>
              <a:ext uri="{FF2B5EF4-FFF2-40B4-BE49-F238E27FC236}">
                <a16:creationId xmlns:a16="http://schemas.microsoft.com/office/drawing/2014/main" id="{0726D60A-A163-0A17-434A-CEB14259B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6" name="Rectangle 1205">
            <a:extLst>
              <a:ext uri="{FF2B5EF4-FFF2-40B4-BE49-F238E27FC236}">
                <a16:creationId xmlns:a16="http://schemas.microsoft.com/office/drawing/2014/main" id="{C3EDEA5D-F38F-460E-BC3D-0F6F6C0DA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8" name="Freeform: Shape 1207">
            <a:extLst>
              <a:ext uri="{FF2B5EF4-FFF2-40B4-BE49-F238E27FC236}">
                <a16:creationId xmlns:a16="http://schemas.microsoft.com/office/drawing/2014/main" id="{CC9F991D-508A-9C28-8C7B-14C31DD32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B4264-C338-95B1-6D23-B33FCC6B7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5" y="2685111"/>
            <a:ext cx="2880828" cy="7436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Future Work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7553A8-28F5-73CE-03F8-82B8E6558F48}"/>
              </a:ext>
            </a:extLst>
          </p:cNvPr>
          <p:cNvSpPr txBox="1"/>
          <p:nvPr/>
        </p:nvSpPr>
        <p:spPr>
          <a:xfrm>
            <a:off x="4775454" y="1675984"/>
            <a:ext cx="60944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Implement redesigned workflows in a live system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Validate results with larger, multi-institution samples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Develop a full design system for future academic platforms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Combine usability data with real system logs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146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EAD39-D8F9-20B3-D5EA-E1E9100B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5" name="Rectangle 1214">
            <a:extLst>
              <a:ext uri="{FF2B5EF4-FFF2-40B4-BE49-F238E27FC236}">
                <a16:creationId xmlns:a16="http://schemas.microsoft.com/office/drawing/2014/main" id="{DA495BEF-D6C6-4A24-308C-386782D61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F0970-090F-8B79-9188-69A4BD282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600" b="1" dirty="0"/>
              <a:t>Thank You!</a:t>
            </a:r>
            <a:br>
              <a:rPr lang="en-US" sz="2600" dirty="0"/>
            </a:br>
            <a:br>
              <a:rPr lang="en-US" sz="2600" dirty="0"/>
            </a:br>
            <a:r>
              <a:rPr lang="en-US" sz="2600" dirty="0"/>
              <a:t>The full research repository, including datasets, analysis notebooks, and prototype materials</a:t>
            </a:r>
            <a:r>
              <a:rPr lang="en-US" sz="2600"/>
              <a:t>, are </a:t>
            </a:r>
            <a:r>
              <a:rPr lang="en-US" sz="2600" dirty="0"/>
              <a:t>available on GitHub. </a:t>
            </a:r>
            <a:endParaRPr lang="en-US" sz="2600" kern="1200" dirty="0"/>
          </a:p>
        </p:txBody>
      </p:sp>
      <p:sp>
        <p:nvSpPr>
          <p:cNvPr id="1217" name="Rectangle 1216">
            <a:extLst>
              <a:ext uri="{FF2B5EF4-FFF2-40B4-BE49-F238E27FC236}">
                <a16:creationId xmlns:a16="http://schemas.microsoft.com/office/drawing/2014/main" id="{4094C79B-70A1-8640-B177-B8D8516FC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9" name="Rectangle 1218">
            <a:extLst>
              <a:ext uri="{FF2B5EF4-FFF2-40B4-BE49-F238E27FC236}">
                <a16:creationId xmlns:a16="http://schemas.microsoft.com/office/drawing/2014/main" id="{875D7946-F897-E2D7-B1C8-2EB407ECC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1" name="Rectangle 1220">
            <a:extLst>
              <a:ext uri="{FF2B5EF4-FFF2-40B4-BE49-F238E27FC236}">
                <a16:creationId xmlns:a16="http://schemas.microsoft.com/office/drawing/2014/main" id="{AE48144B-4125-660A-65C0-1350D555A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EFB77-41FD-63F5-3E34-F2A4C579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230" y="463404"/>
            <a:ext cx="4466375" cy="5553193"/>
          </a:xfrm>
          <a:prstGeom prst="rect">
            <a:avLst/>
          </a:prstGeom>
        </p:spPr>
      </p:pic>
      <p:sp>
        <p:nvSpPr>
          <p:cNvPr id="1223" name="Rectangle 1222">
            <a:extLst>
              <a:ext uri="{FF2B5EF4-FFF2-40B4-BE49-F238E27FC236}">
                <a16:creationId xmlns:a16="http://schemas.microsoft.com/office/drawing/2014/main" id="{4C66E5EE-033A-E4EA-C150-8035EADF6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6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DEFD7806170C4DA5C646EE3FA79444" ma:contentTypeVersion="18" ma:contentTypeDescription="Create a new document." ma:contentTypeScope="" ma:versionID="f9bbf3420ed488e770d86e8f929fbf95">
  <xsd:schema xmlns:xsd="http://www.w3.org/2001/XMLSchema" xmlns:xs="http://www.w3.org/2001/XMLSchema" xmlns:p="http://schemas.microsoft.com/office/2006/metadata/properties" xmlns:ns3="5da6f11b-32a5-4a27-a2bb-6d5344ab3645" xmlns:ns4="d371f9d1-bffa-4ede-9daa-16fd6bd6bf4f" targetNamespace="http://schemas.microsoft.com/office/2006/metadata/properties" ma:root="true" ma:fieldsID="2769fe173af2825677fabbad1e20dbc8" ns3:_="" ns4:_="">
    <xsd:import namespace="5da6f11b-32a5-4a27-a2bb-6d5344ab3645"/>
    <xsd:import namespace="d371f9d1-bffa-4ede-9daa-16fd6bd6bf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6f11b-32a5-4a27-a2bb-6d5344ab3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71f9d1-bffa-4ede-9daa-16fd6bd6bf4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a6f11b-32a5-4a27-a2bb-6d5344ab36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AB6891-FD32-49A1-B702-53B35345CE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a6f11b-32a5-4a27-a2bb-6d5344ab3645"/>
    <ds:schemaRef ds:uri="d371f9d1-bffa-4ede-9daa-16fd6bd6bf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F60116-8B12-4A39-9380-FC98575D23D3}">
  <ds:schemaRefs>
    <ds:schemaRef ds:uri="5da6f11b-32a5-4a27-a2bb-6d5344ab3645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d371f9d1-bffa-4ede-9daa-16fd6bd6bf4f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D01A0CB-C8F5-4976-9BC8-D0FE4EE024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3161</TotalTime>
  <Words>739</Words>
  <Application>Microsoft Office PowerPoint</Application>
  <PresentationFormat>Widescreen</PresentationFormat>
  <Paragraphs>113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Body</vt:lpstr>
      <vt:lpstr>Aptos Display</vt:lpstr>
      <vt:lpstr>Arial</vt:lpstr>
      <vt:lpstr>Times New Roman</vt:lpstr>
      <vt:lpstr>Office Theme</vt:lpstr>
      <vt:lpstr>“Improving an Academic Information System through Cognitive Load Principles and User-Centered Information Architecture: A Case Study of LUIS”</vt:lpstr>
      <vt:lpstr>Problem &amp; Motivation</vt:lpstr>
      <vt:lpstr>Research Aim  &amp;  Research Question</vt:lpstr>
      <vt:lpstr>Integrated Methodological Framework</vt:lpstr>
      <vt:lpstr>Contribution </vt:lpstr>
      <vt:lpstr>Data &amp; Methods</vt:lpstr>
      <vt:lpstr>Analytical Pipeline</vt:lpstr>
      <vt:lpstr>Key analytical findings</vt:lpstr>
      <vt:lpstr>Word clouds of open-text responses</vt:lpstr>
      <vt:lpstr>Workflow selection</vt:lpstr>
      <vt:lpstr>Redesign Strategy</vt:lpstr>
      <vt:lpstr>Existing LUIS Mobile Interface Visuals</vt:lpstr>
      <vt:lpstr>Student Mobile workflow Low-Fi Wireframes</vt:lpstr>
      <vt:lpstr>Existing LUIS Sudent Desktop Interface Visuals</vt:lpstr>
      <vt:lpstr>Student desktop wireframes</vt:lpstr>
      <vt:lpstr>Existing LUIS Admin Desktop Interface Visuals</vt:lpstr>
      <vt:lpstr>Admin desktop wireframes</vt:lpstr>
      <vt:lpstr>Workflow Steps Comparison</vt:lpstr>
      <vt:lpstr>Student Mobile workflow prototype wiring.</vt:lpstr>
      <vt:lpstr>UI Design Style Guide </vt:lpstr>
      <vt:lpstr>High-fidelity Mobile Screens</vt:lpstr>
      <vt:lpstr>Implications</vt:lpstr>
      <vt:lpstr>PowerPoint Presentation</vt:lpstr>
      <vt:lpstr>Future Work</vt:lpstr>
      <vt:lpstr>Thank You!  The full research repository, including datasets, analysis notebooks, and prototype materials, are available on GitHub.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Māris Kaļinka</dc:creator>
  <cp:lastModifiedBy>Alina Zogota</cp:lastModifiedBy>
  <cp:revision>21</cp:revision>
  <dcterms:created xsi:type="dcterms:W3CDTF">2024-10-10T12:39:43Z</dcterms:created>
  <dcterms:modified xsi:type="dcterms:W3CDTF">2025-12-14T21:43:32Z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0x01010037DEFD7806170C4DA5C646EE3FA79444</vt:lpwstr>
  </property>
</Properties>
</file>