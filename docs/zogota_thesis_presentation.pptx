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3"/>
  </p:notesMasterIdLst>
  <p:sldIdLst>
    <p:sldId id="256" r:id="rId5"/>
    <p:sldId id="325" r:id="rId6"/>
    <p:sldId id="265" r:id="rId7"/>
    <p:sldId id="292" r:id="rId8"/>
    <p:sldId id="289" r:id="rId9"/>
    <p:sldId id="259" r:id="rId10"/>
    <p:sldId id="299" r:id="rId11"/>
    <p:sldId id="322" r:id="rId12"/>
    <p:sldId id="298" r:id="rId13"/>
    <p:sldId id="307" r:id="rId14"/>
    <p:sldId id="321" r:id="rId15"/>
    <p:sldId id="306" r:id="rId16"/>
    <p:sldId id="310" r:id="rId17"/>
    <p:sldId id="312" r:id="rId18"/>
    <p:sldId id="309" r:id="rId19"/>
    <p:sldId id="319" r:id="rId20"/>
    <p:sldId id="311" r:id="rId21"/>
    <p:sldId id="320" r:id="rId22"/>
    <p:sldId id="286" r:id="rId23"/>
    <p:sldId id="314" r:id="rId24"/>
    <p:sldId id="327" r:id="rId25"/>
    <p:sldId id="326" r:id="rId26"/>
    <p:sldId id="317" r:id="rId27"/>
    <p:sldId id="318" r:id="rId28"/>
    <p:sldId id="316" r:id="rId29"/>
    <p:sldId id="287" r:id="rId30"/>
    <p:sldId id="324" r:id="rId31"/>
    <p:sldId id="323"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08233F"/>
    <a:srgbClr val="0E3244"/>
    <a:srgbClr val="10435A"/>
    <a:srgbClr val="0E3243"/>
    <a:srgbClr val="0C3142"/>
    <a:srgbClr val="0A2635"/>
    <a:srgbClr val="0C3041"/>
    <a:srgbClr val="0D2C3B"/>
    <a:srgbClr val="0D2D3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6778A0-34BF-46FF-90B5-27C1A184DEF6}" v="12" dt="2025-12-28T18:32:14.1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4310" autoAdjust="0"/>
  </p:normalViewPr>
  <p:slideViewPr>
    <p:cSldViewPr snapToGrid="0">
      <p:cViewPr varScale="1">
        <p:scale>
          <a:sx n="99" d="100"/>
          <a:sy n="99" d="100"/>
        </p:scale>
        <p:origin x="78" y="19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5/10/relationships/revisionInfo" Target="revisionInfo.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na Zogota" userId="43eac884b96ed7c6" providerId="LiveId" clId="{012EA771-21A8-40D4-969F-3799575A76D9}"/>
    <pc:docChg chg="undo custSel addSld delSld modSld sldOrd">
      <pc:chgData name="Alina Zogota" userId="43eac884b96ed7c6" providerId="LiveId" clId="{012EA771-21A8-40D4-969F-3799575A76D9}" dt="2025-12-28T18:32:22.832" v="1945" actId="26606"/>
      <pc:docMkLst>
        <pc:docMk/>
      </pc:docMkLst>
      <pc:sldChg chg="modSp mod modAnim">
        <pc:chgData name="Alina Zogota" userId="43eac884b96ed7c6" providerId="LiveId" clId="{012EA771-21A8-40D4-969F-3799575A76D9}" dt="2025-12-16T13:42:26.604" v="1520" actId="1076"/>
        <pc:sldMkLst>
          <pc:docMk/>
          <pc:sldMk cId="2328231072" sldId="256"/>
        </pc:sldMkLst>
        <pc:spChg chg="mod">
          <ac:chgData name="Alina Zogota" userId="43eac884b96ed7c6" providerId="LiveId" clId="{012EA771-21A8-40D4-969F-3799575A76D9}" dt="2025-12-11T19:09:04.033" v="55" actId="1076"/>
          <ac:spMkLst>
            <pc:docMk/>
            <pc:sldMk cId="2328231072" sldId="256"/>
            <ac:spMk id="2" creationId="{8A45002D-0F23-1E97-0B41-65D20F50F52E}"/>
          </ac:spMkLst>
        </pc:spChg>
        <pc:spChg chg="mod">
          <ac:chgData name="Alina Zogota" userId="43eac884b96ed7c6" providerId="LiveId" clId="{012EA771-21A8-40D4-969F-3799575A76D9}" dt="2025-12-16T13:42:26.604" v="1520" actId="1076"/>
          <ac:spMkLst>
            <pc:docMk/>
            <pc:sldMk cId="2328231072" sldId="256"/>
            <ac:spMk id="3" creationId="{144F1F59-A2E3-7F03-17FB-4E995A30C76C}"/>
          </ac:spMkLst>
        </pc:spChg>
      </pc:sldChg>
      <pc:sldChg chg="addSp delSp modSp mod ord modAnim">
        <pc:chgData name="Alina Zogota" userId="43eac884b96ed7c6" providerId="LiveId" clId="{012EA771-21A8-40D4-969F-3799575A76D9}" dt="2025-12-28T15:52:22.219" v="1799" actId="14100"/>
        <pc:sldMkLst>
          <pc:docMk/>
          <pc:sldMk cId="3033719679" sldId="259"/>
        </pc:sldMkLst>
        <pc:spChg chg="mod">
          <ac:chgData name="Alina Zogota" userId="43eac884b96ed7c6" providerId="LiveId" clId="{012EA771-21A8-40D4-969F-3799575A76D9}" dt="2025-12-28T15:52:22.219" v="1799" actId="14100"/>
          <ac:spMkLst>
            <pc:docMk/>
            <pc:sldMk cId="3033719679" sldId="259"/>
            <ac:spMk id="2" creationId="{CBFFACB4-9EC3-264B-0D74-87F1DA4CBCCD}"/>
          </ac:spMkLst>
        </pc:spChg>
        <pc:spChg chg="add mod">
          <ac:chgData name="Alina Zogota" userId="43eac884b96ed7c6" providerId="LiveId" clId="{012EA771-21A8-40D4-969F-3799575A76D9}" dt="2025-12-26T14:45:23.488" v="1616" actId="113"/>
          <ac:spMkLst>
            <pc:docMk/>
            <pc:sldMk cId="3033719679" sldId="259"/>
            <ac:spMk id="5" creationId="{8F8AF7FB-BFD0-FC14-7EE9-32D3CE1AEB83}"/>
          </ac:spMkLst>
        </pc:spChg>
      </pc:sldChg>
      <pc:sldChg chg="modSp mod modAnim">
        <pc:chgData name="Alina Zogota" userId="43eac884b96ed7c6" providerId="LiveId" clId="{012EA771-21A8-40D4-969F-3799575A76D9}" dt="2025-12-26T14:41:32.621" v="1547" actId="20577"/>
        <pc:sldMkLst>
          <pc:docMk/>
          <pc:sldMk cId="889613207" sldId="265"/>
        </pc:sldMkLst>
        <pc:spChg chg="mod">
          <ac:chgData name="Alina Zogota" userId="43eac884b96ed7c6" providerId="LiveId" clId="{012EA771-21A8-40D4-969F-3799575A76D9}" dt="2025-12-26T14:41:32.621" v="1547" actId="20577"/>
          <ac:spMkLst>
            <pc:docMk/>
            <pc:sldMk cId="889613207" sldId="265"/>
            <ac:spMk id="2" creationId="{3B0BE5A7-B550-DC40-A1D7-C61250F2103A}"/>
          </ac:spMkLst>
        </pc:spChg>
        <pc:spChg chg="mod">
          <ac:chgData name="Alina Zogota" userId="43eac884b96ed7c6" providerId="LiveId" clId="{012EA771-21A8-40D4-969F-3799575A76D9}" dt="2025-12-26T14:40:57.001" v="1525" actId="20577"/>
          <ac:spMkLst>
            <pc:docMk/>
            <pc:sldMk cId="889613207" sldId="265"/>
            <ac:spMk id="7" creationId="{3327F409-198A-8576-10D8-3D0CD9549343}"/>
          </ac:spMkLst>
        </pc:spChg>
      </pc:sldChg>
      <pc:sldChg chg="addSp delSp modSp mod ord modAnim">
        <pc:chgData name="Alina Zogota" userId="43eac884b96ed7c6" providerId="LiveId" clId="{012EA771-21A8-40D4-969F-3799575A76D9}" dt="2025-12-16T13:38:26.102" v="1513"/>
        <pc:sldMkLst>
          <pc:docMk/>
          <pc:sldMk cId="1555713158" sldId="286"/>
        </pc:sldMkLst>
        <pc:spChg chg="mod">
          <ac:chgData name="Alina Zogota" userId="43eac884b96ed7c6" providerId="LiveId" clId="{012EA771-21A8-40D4-969F-3799575A76D9}" dt="2025-12-14T20:42:50.081" v="1415" actId="1076"/>
          <ac:spMkLst>
            <pc:docMk/>
            <pc:sldMk cId="1555713158" sldId="286"/>
            <ac:spMk id="2" creationId="{BEC3E090-F65C-4956-7D34-1910BE567D65}"/>
          </ac:spMkLst>
        </pc:spChg>
        <pc:spChg chg="mod">
          <ac:chgData name="Alina Zogota" userId="43eac884b96ed7c6" providerId="LiveId" clId="{012EA771-21A8-40D4-969F-3799575A76D9}" dt="2025-12-13T19:04:03.989" v="419" actId="5793"/>
          <ac:spMkLst>
            <pc:docMk/>
            <pc:sldMk cId="1555713158" sldId="286"/>
            <ac:spMk id="5" creationId="{8A0E3C16-1E02-9CDC-B9B2-507A74172928}"/>
          </ac:spMkLst>
        </pc:spChg>
        <pc:graphicFrameChg chg="add mod modGraphic">
          <ac:chgData name="Alina Zogota" userId="43eac884b96ed7c6" providerId="LiveId" clId="{012EA771-21A8-40D4-969F-3799575A76D9}" dt="2025-12-14T19:11:24.854" v="1243" actId="20577"/>
          <ac:graphicFrameMkLst>
            <pc:docMk/>
            <pc:sldMk cId="1555713158" sldId="286"/>
            <ac:graphicFrameMk id="4" creationId="{A5911651-D332-8DB4-E26B-2BEB1588492C}"/>
          </ac:graphicFrameMkLst>
        </pc:graphicFrameChg>
      </pc:sldChg>
      <pc:sldChg chg="addSp delSp modSp mod ord delAnim modAnim">
        <pc:chgData name="Alina Zogota" userId="43eac884b96ed7c6" providerId="LiveId" clId="{012EA771-21A8-40D4-969F-3799575A76D9}" dt="2025-12-28T14:42:49.522" v="1697" actId="20577"/>
        <pc:sldMkLst>
          <pc:docMk/>
          <pc:sldMk cId="4023947592" sldId="287"/>
        </pc:sldMkLst>
        <pc:spChg chg="ord">
          <ac:chgData name="Alina Zogota" userId="43eac884b96ed7c6" providerId="LiveId" clId="{012EA771-21A8-40D4-969F-3799575A76D9}" dt="2025-12-14T20:04:10.569" v="1245" actId="26606"/>
          <ac:spMkLst>
            <pc:docMk/>
            <pc:sldMk cId="4023947592" sldId="287"/>
            <ac:spMk id="5" creationId="{C3F2A16F-2BE8-183A-D3E9-16F069F616EF}"/>
          </ac:spMkLst>
        </pc:spChg>
        <pc:spChg chg="add del mod">
          <ac:chgData name="Alina Zogota" userId="43eac884b96ed7c6" providerId="LiveId" clId="{012EA771-21A8-40D4-969F-3799575A76D9}" dt="2025-12-28T14:42:49.522" v="1697" actId="20577"/>
          <ac:spMkLst>
            <pc:docMk/>
            <pc:sldMk cId="4023947592" sldId="287"/>
            <ac:spMk id="6" creationId="{63C6AED8-1EFF-284F-6C59-106A5515B544}"/>
          </ac:spMkLst>
        </pc:spChg>
        <pc:spChg chg="add">
          <ac:chgData name="Alina Zogota" userId="43eac884b96ed7c6" providerId="LiveId" clId="{012EA771-21A8-40D4-969F-3799575A76D9}" dt="2025-12-14T20:04:10.569" v="1245" actId="26606"/>
          <ac:spMkLst>
            <pc:docMk/>
            <pc:sldMk cId="4023947592" sldId="287"/>
            <ac:spMk id="1202" creationId="{7004738A-9D34-43E8-97D2-CA0EED4F8BE0}"/>
          </ac:spMkLst>
        </pc:spChg>
        <pc:spChg chg="add">
          <ac:chgData name="Alina Zogota" userId="43eac884b96ed7c6" providerId="LiveId" clId="{012EA771-21A8-40D4-969F-3799575A76D9}" dt="2025-12-14T20:04:10.569" v="1245" actId="26606"/>
          <ac:spMkLst>
            <pc:docMk/>
            <pc:sldMk cId="4023947592" sldId="287"/>
            <ac:spMk id="1204" creationId="{B8B8D07F-F13E-443E-BA68-2D26672D76B9}"/>
          </ac:spMkLst>
        </pc:spChg>
        <pc:spChg chg="add">
          <ac:chgData name="Alina Zogota" userId="43eac884b96ed7c6" providerId="LiveId" clId="{012EA771-21A8-40D4-969F-3799575A76D9}" dt="2025-12-14T20:04:10.569" v="1245" actId="26606"/>
          <ac:spMkLst>
            <pc:docMk/>
            <pc:sldMk cId="4023947592" sldId="287"/>
            <ac:spMk id="1206" creationId="{2813A4FA-24A5-41ED-A534-3807D1B2F344}"/>
          </ac:spMkLst>
        </pc:spChg>
        <pc:spChg chg="add">
          <ac:chgData name="Alina Zogota" userId="43eac884b96ed7c6" providerId="LiveId" clId="{012EA771-21A8-40D4-969F-3799575A76D9}" dt="2025-12-14T20:04:10.569" v="1245" actId="26606"/>
          <ac:spMkLst>
            <pc:docMk/>
            <pc:sldMk cId="4023947592" sldId="287"/>
            <ac:spMk id="1208" creationId="{C3944F27-CA70-4E84-A51A-E6BF89558979}"/>
          </ac:spMkLst>
        </pc:spChg>
        <pc:picChg chg="add mod">
          <ac:chgData name="Alina Zogota" userId="43eac884b96ed7c6" providerId="LiveId" clId="{012EA771-21A8-40D4-969F-3799575A76D9}" dt="2025-12-14T20:44:09.688" v="1418" actId="1076"/>
          <ac:picMkLst>
            <pc:docMk/>
            <pc:sldMk cId="4023947592" sldId="287"/>
            <ac:picMk id="3" creationId="{9645E800-DDFD-0C1B-170B-1CCBB4B2F569}"/>
          </ac:picMkLst>
        </pc:picChg>
      </pc:sldChg>
      <pc:sldChg chg="delSp modSp add del mod ord modAnim">
        <pc:chgData name="Alina Zogota" userId="43eac884b96ed7c6" providerId="LiveId" clId="{012EA771-21A8-40D4-969F-3799575A76D9}" dt="2025-12-16T13:37:20.912" v="1499"/>
        <pc:sldMkLst>
          <pc:docMk/>
          <pc:sldMk cId="2095004024" sldId="289"/>
        </pc:sldMkLst>
        <pc:spChg chg="mod">
          <ac:chgData name="Alina Zogota" userId="43eac884b96ed7c6" providerId="LiveId" clId="{012EA771-21A8-40D4-969F-3799575A76D9}" dt="2025-12-14T16:44:27.927" v="1007" actId="20577"/>
          <ac:spMkLst>
            <pc:docMk/>
            <pc:sldMk cId="2095004024" sldId="289"/>
            <ac:spMk id="2" creationId="{66663562-97C8-AEC6-F9E4-0228F509E8F9}"/>
          </ac:spMkLst>
        </pc:spChg>
        <pc:graphicFrameChg chg="mod modGraphic">
          <ac:chgData name="Alina Zogota" userId="43eac884b96ed7c6" providerId="LiveId" clId="{012EA771-21A8-40D4-969F-3799575A76D9}" dt="2025-12-14T16:33:45.443" v="984"/>
          <ac:graphicFrameMkLst>
            <pc:docMk/>
            <pc:sldMk cId="2095004024" sldId="289"/>
            <ac:graphicFrameMk id="22" creationId="{72BA0739-8553-F555-B423-4D6F4A242FF3}"/>
          </ac:graphicFrameMkLst>
        </pc:graphicFrameChg>
      </pc:sldChg>
      <pc:sldChg chg="modSp mod modAnim">
        <pc:chgData name="Alina Zogota" userId="43eac884b96ed7c6" providerId="LiveId" clId="{012EA771-21A8-40D4-969F-3799575A76D9}" dt="2025-12-28T15:28:32.636" v="1788" actId="27636"/>
        <pc:sldMkLst>
          <pc:docMk/>
          <pc:sldMk cId="1046426940" sldId="292"/>
        </pc:sldMkLst>
        <pc:spChg chg="mod">
          <ac:chgData name="Alina Zogota" userId="43eac884b96ed7c6" providerId="LiveId" clId="{012EA771-21A8-40D4-969F-3799575A76D9}" dt="2025-12-28T15:26:21.621" v="1782" actId="20577"/>
          <ac:spMkLst>
            <pc:docMk/>
            <pc:sldMk cId="1046426940" sldId="292"/>
            <ac:spMk id="2" creationId="{416D9A7B-4A58-D135-B63C-99A94DC7ACEE}"/>
          </ac:spMkLst>
        </pc:spChg>
        <pc:spChg chg="mod">
          <ac:chgData name="Alina Zogota" userId="43eac884b96ed7c6" providerId="LiveId" clId="{012EA771-21A8-40D4-969F-3799575A76D9}" dt="2025-12-28T15:28:32.636" v="1788" actId="27636"/>
          <ac:spMkLst>
            <pc:docMk/>
            <pc:sldMk cId="1046426940" sldId="292"/>
            <ac:spMk id="10" creationId="{1A04B988-4C5F-9B1D-EDCB-A6A2E33D7CBC}"/>
          </ac:spMkLst>
        </pc:spChg>
      </pc:sldChg>
      <pc:sldChg chg="modSp add mod ord modAnim">
        <pc:chgData name="Alina Zogota" userId="43eac884b96ed7c6" providerId="LiveId" clId="{012EA771-21A8-40D4-969F-3799575A76D9}" dt="2025-12-16T13:37:40.896" v="1503"/>
        <pc:sldMkLst>
          <pc:docMk/>
          <pc:sldMk cId="2584965490" sldId="298"/>
        </pc:sldMkLst>
        <pc:spChg chg="mod">
          <ac:chgData name="Alina Zogota" userId="43eac884b96ed7c6" providerId="LiveId" clId="{012EA771-21A8-40D4-969F-3799575A76D9}" dt="2025-12-14T18:34:53.759" v="1124" actId="20577"/>
          <ac:spMkLst>
            <pc:docMk/>
            <pc:sldMk cId="2584965490" sldId="298"/>
            <ac:spMk id="2" creationId="{8CBB70E3-F26D-416D-7E81-AF4B618F9A92}"/>
          </ac:spMkLst>
        </pc:spChg>
        <pc:spChg chg="mod">
          <ac:chgData name="Alina Zogota" userId="43eac884b96ed7c6" providerId="LiveId" clId="{012EA771-21A8-40D4-969F-3799575A76D9}" dt="2025-12-14T20:40:19.254" v="1389" actId="255"/>
          <ac:spMkLst>
            <pc:docMk/>
            <pc:sldMk cId="2584965490" sldId="298"/>
            <ac:spMk id="5" creationId="{5CF25F4B-FCA9-768A-BE31-9BAFC7F64256}"/>
          </ac:spMkLst>
        </pc:spChg>
      </pc:sldChg>
      <pc:sldChg chg="modSp add mod ord modAnim">
        <pc:chgData name="Alina Zogota" userId="43eac884b96ed7c6" providerId="LiveId" clId="{012EA771-21A8-40D4-969F-3799575A76D9}" dt="2025-12-28T16:13:04.776" v="1803" actId="20577"/>
        <pc:sldMkLst>
          <pc:docMk/>
          <pc:sldMk cId="1097205207" sldId="299"/>
        </pc:sldMkLst>
        <pc:spChg chg="mod">
          <ac:chgData name="Alina Zogota" userId="43eac884b96ed7c6" providerId="LiveId" clId="{012EA771-21A8-40D4-969F-3799575A76D9}" dt="2025-12-28T15:54:40.019" v="1800" actId="14100"/>
          <ac:spMkLst>
            <pc:docMk/>
            <pc:sldMk cId="1097205207" sldId="299"/>
            <ac:spMk id="2" creationId="{86E8526C-1A1E-A9DF-38BA-495581005688}"/>
          </ac:spMkLst>
        </pc:spChg>
        <pc:spChg chg="mod">
          <ac:chgData name="Alina Zogota" userId="43eac884b96ed7c6" providerId="LiveId" clId="{012EA771-21A8-40D4-969F-3799575A76D9}" dt="2025-12-28T16:13:04.776" v="1803" actId="20577"/>
          <ac:spMkLst>
            <pc:docMk/>
            <pc:sldMk cId="1097205207" sldId="299"/>
            <ac:spMk id="10" creationId="{AD6BA6F3-8BE8-CDEC-6EE1-5B3B80D39EE9}"/>
          </ac:spMkLst>
        </pc:spChg>
      </pc:sldChg>
      <pc:sldChg chg="delSp modSp add mod setBg modAnim delDesignElem">
        <pc:chgData name="Alina Zogota" userId="43eac884b96ed7c6" providerId="LiveId" clId="{012EA771-21A8-40D4-969F-3799575A76D9}" dt="2025-12-16T13:37:57.805" v="1506"/>
        <pc:sldMkLst>
          <pc:docMk/>
          <pc:sldMk cId="1127771469" sldId="306"/>
        </pc:sldMkLst>
        <pc:spChg chg="mod">
          <ac:chgData name="Alina Zogota" userId="43eac884b96ed7c6" providerId="LiveId" clId="{012EA771-21A8-40D4-969F-3799575A76D9}" dt="2025-12-13T18:53:51.814" v="342"/>
          <ac:spMkLst>
            <pc:docMk/>
            <pc:sldMk cId="1127771469" sldId="306"/>
            <ac:spMk id="2" creationId="{16ED1E23-1651-F441-7137-00959807C4B1}"/>
          </ac:spMkLst>
        </pc:spChg>
        <pc:graphicFrameChg chg="mod modGraphic">
          <ac:chgData name="Alina Zogota" userId="43eac884b96ed7c6" providerId="LiveId" clId="{012EA771-21A8-40D4-969F-3799575A76D9}" dt="2025-12-14T20:41:28.509" v="1405" actId="255"/>
          <ac:graphicFrameMkLst>
            <pc:docMk/>
            <pc:sldMk cId="1127771469" sldId="306"/>
            <ac:graphicFrameMk id="22" creationId="{A473F3B4-6723-B8CB-16D3-644F9AB478AB}"/>
          </ac:graphicFrameMkLst>
        </pc:graphicFrameChg>
      </pc:sldChg>
      <pc:sldChg chg="addSp delSp modSp add mod ord modAnim">
        <pc:chgData name="Alina Zogota" userId="43eac884b96ed7c6" providerId="LiveId" clId="{012EA771-21A8-40D4-969F-3799575A76D9}" dt="2025-12-16T13:37:48.780" v="1504"/>
        <pc:sldMkLst>
          <pc:docMk/>
          <pc:sldMk cId="801961913" sldId="307"/>
        </pc:sldMkLst>
        <pc:spChg chg="mod">
          <ac:chgData name="Alina Zogota" userId="43eac884b96ed7c6" providerId="LiveId" clId="{012EA771-21A8-40D4-969F-3799575A76D9}" dt="2025-12-14T18:57:05.280" v="1210" actId="20577"/>
          <ac:spMkLst>
            <pc:docMk/>
            <pc:sldMk cId="801961913" sldId="307"/>
            <ac:spMk id="2" creationId="{CCEC72B5-6D2C-06C3-3BD3-99B2E336917B}"/>
          </ac:spMkLst>
        </pc:spChg>
        <pc:spChg chg="mod ord">
          <ac:chgData name="Alina Zogota" userId="43eac884b96ed7c6" providerId="LiveId" clId="{012EA771-21A8-40D4-969F-3799575A76D9}" dt="2025-12-13T18:57:59.407" v="386" actId="26606"/>
          <ac:spMkLst>
            <pc:docMk/>
            <pc:sldMk cId="801961913" sldId="307"/>
            <ac:spMk id="5" creationId="{3B08B176-AFFD-050C-DD49-7BE5A7DF17EE}"/>
          </ac:spMkLst>
        </pc:spChg>
        <pc:spChg chg="add">
          <ac:chgData name="Alina Zogota" userId="43eac884b96ed7c6" providerId="LiveId" clId="{012EA771-21A8-40D4-969F-3799575A76D9}" dt="2025-12-14T18:57:00.204" v="1209" actId="26606"/>
          <ac:spMkLst>
            <pc:docMk/>
            <pc:sldMk cId="801961913" sldId="307"/>
            <ac:spMk id="1211" creationId="{AB5E08C4-8CDD-4623-A5B8-E998C6DEE3B7}"/>
          </ac:spMkLst>
        </pc:spChg>
        <pc:spChg chg="add">
          <ac:chgData name="Alina Zogota" userId="43eac884b96ed7c6" providerId="LiveId" clId="{012EA771-21A8-40D4-969F-3799575A76D9}" dt="2025-12-14T18:57:00.204" v="1209" actId="26606"/>
          <ac:spMkLst>
            <pc:docMk/>
            <pc:sldMk cId="801961913" sldId="307"/>
            <ac:spMk id="1212" creationId="{15F33878-D502-4FFA-8ACE-F2AECDB2A23F}"/>
          </ac:spMkLst>
        </pc:spChg>
        <pc:spChg chg="add">
          <ac:chgData name="Alina Zogota" userId="43eac884b96ed7c6" providerId="LiveId" clId="{012EA771-21A8-40D4-969F-3799575A76D9}" dt="2025-12-14T18:57:00.204" v="1209" actId="26606"/>
          <ac:spMkLst>
            <pc:docMk/>
            <pc:sldMk cId="801961913" sldId="307"/>
            <ac:spMk id="1214" creationId="{D3539FEE-81D3-4406-802E-60B20B16F4F6}"/>
          </ac:spMkLst>
        </pc:spChg>
        <pc:spChg chg="add">
          <ac:chgData name="Alina Zogota" userId="43eac884b96ed7c6" providerId="LiveId" clId="{012EA771-21A8-40D4-969F-3799575A76D9}" dt="2025-12-14T18:57:00.204" v="1209" actId="26606"/>
          <ac:spMkLst>
            <pc:docMk/>
            <pc:sldMk cId="801961913" sldId="307"/>
            <ac:spMk id="1216" creationId="{DC701763-729E-462F-A5A8-E0DEFEB1E2E4}"/>
          </ac:spMkLst>
        </pc:spChg>
        <pc:picChg chg="add mod">
          <ac:chgData name="Alina Zogota" userId="43eac884b96ed7c6" providerId="LiveId" clId="{012EA771-21A8-40D4-969F-3799575A76D9}" dt="2025-12-13T18:58:50.136" v="392" actId="14100"/>
          <ac:picMkLst>
            <pc:docMk/>
            <pc:sldMk cId="801961913" sldId="307"/>
            <ac:picMk id="3" creationId="{C73D0CB7-C384-D034-0C69-F68318C797C8}"/>
          </ac:picMkLst>
        </pc:picChg>
        <pc:picChg chg="add mod">
          <ac:chgData name="Alina Zogota" userId="43eac884b96ed7c6" providerId="LiveId" clId="{012EA771-21A8-40D4-969F-3799575A76D9}" dt="2025-12-14T18:53:40.578" v="1207" actId="27614"/>
          <ac:picMkLst>
            <pc:docMk/>
            <pc:sldMk cId="801961913" sldId="307"/>
            <ac:picMk id="4" creationId="{F526DCEE-4012-AE44-37BE-49FEECB26C12}"/>
          </ac:picMkLst>
        </pc:picChg>
      </pc:sldChg>
      <pc:sldChg chg="addSp delSp modSp add mod ord modAnim">
        <pc:chgData name="Alina Zogota" userId="43eac884b96ed7c6" providerId="LiveId" clId="{012EA771-21A8-40D4-969F-3799575A76D9}" dt="2025-12-16T13:38:10.729" v="1509"/>
        <pc:sldMkLst>
          <pc:docMk/>
          <pc:sldMk cId="1333485021" sldId="309"/>
        </pc:sldMkLst>
        <pc:spChg chg="mod">
          <ac:chgData name="Alina Zogota" userId="43eac884b96ed7c6" providerId="LiveId" clId="{012EA771-21A8-40D4-969F-3799575A76D9}" dt="2025-12-14T19:05:51.228" v="1217" actId="14100"/>
          <ac:spMkLst>
            <pc:docMk/>
            <pc:sldMk cId="1333485021" sldId="309"/>
            <ac:spMk id="2" creationId="{6BA43486-A20F-A575-F28A-C250E5F2C3B4}"/>
          </ac:spMkLst>
        </pc:spChg>
        <pc:spChg chg="ord">
          <ac:chgData name="Alina Zogota" userId="43eac884b96ed7c6" providerId="LiveId" clId="{012EA771-21A8-40D4-969F-3799575A76D9}" dt="2025-12-13T19:06:12.134" v="433" actId="26606"/>
          <ac:spMkLst>
            <pc:docMk/>
            <pc:sldMk cId="1333485021" sldId="309"/>
            <ac:spMk id="5" creationId="{09D9B1B2-B973-0F34-3871-02FD188E739D}"/>
          </ac:spMkLst>
        </pc:spChg>
        <pc:spChg chg="add">
          <ac:chgData name="Alina Zogota" userId="43eac884b96ed7c6" providerId="LiveId" clId="{012EA771-21A8-40D4-969F-3799575A76D9}" dt="2025-12-14T19:05:47.262" v="1216" actId="26606"/>
          <ac:spMkLst>
            <pc:docMk/>
            <pc:sldMk cId="1333485021" sldId="309"/>
            <ac:spMk id="1239" creationId="{A8384FB5-9ADC-4DDC-881B-597D56F5B15D}"/>
          </ac:spMkLst>
        </pc:spChg>
        <pc:spChg chg="add">
          <ac:chgData name="Alina Zogota" userId="43eac884b96ed7c6" providerId="LiveId" clId="{012EA771-21A8-40D4-969F-3799575A76D9}" dt="2025-12-14T19:05:47.262" v="1216" actId="26606"/>
          <ac:spMkLst>
            <pc:docMk/>
            <pc:sldMk cId="1333485021" sldId="309"/>
            <ac:spMk id="1241" creationId="{1199E1B1-A8C0-4FE8-A5A8-1CB41D69F857}"/>
          </ac:spMkLst>
        </pc:spChg>
        <pc:spChg chg="add">
          <ac:chgData name="Alina Zogota" userId="43eac884b96ed7c6" providerId="LiveId" clId="{012EA771-21A8-40D4-969F-3799575A76D9}" dt="2025-12-14T19:05:47.262" v="1216" actId="26606"/>
          <ac:spMkLst>
            <pc:docMk/>
            <pc:sldMk cId="1333485021" sldId="309"/>
            <ac:spMk id="1243" creationId="{84A8DE83-DE75-4B41-9DB4-A7EC0B0DEC0B}"/>
          </ac:spMkLst>
        </pc:spChg>
        <pc:spChg chg="add">
          <ac:chgData name="Alina Zogota" userId="43eac884b96ed7c6" providerId="LiveId" clId="{012EA771-21A8-40D4-969F-3799575A76D9}" dt="2025-12-14T19:05:47.262" v="1216" actId="26606"/>
          <ac:spMkLst>
            <pc:docMk/>
            <pc:sldMk cId="1333485021" sldId="309"/>
            <ac:spMk id="1245" creationId="{A7009A0A-BEF5-4EAC-AF15-E4F9F002E239}"/>
          </ac:spMkLst>
        </pc:spChg>
        <pc:picChg chg="add mod">
          <ac:chgData name="Alina Zogota" userId="43eac884b96ed7c6" providerId="LiveId" clId="{012EA771-21A8-40D4-969F-3799575A76D9}" dt="2025-12-14T19:05:47.262" v="1216" actId="26606"/>
          <ac:picMkLst>
            <pc:docMk/>
            <pc:sldMk cId="1333485021" sldId="309"/>
            <ac:picMk id="4" creationId="{91057D49-0040-8896-8815-2CA46346DD45}"/>
          </ac:picMkLst>
        </pc:picChg>
      </pc:sldChg>
      <pc:sldChg chg="addSp delSp modSp add mod ord modAnim">
        <pc:chgData name="Alina Zogota" userId="43eac884b96ed7c6" providerId="LiveId" clId="{012EA771-21A8-40D4-969F-3799575A76D9}" dt="2025-12-16T13:38:02.161" v="1507"/>
        <pc:sldMkLst>
          <pc:docMk/>
          <pc:sldMk cId="2192011443" sldId="310"/>
        </pc:sldMkLst>
        <pc:spChg chg="mod">
          <ac:chgData name="Alina Zogota" userId="43eac884b96ed7c6" providerId="LiveId" clId="{012EA771-21A8-40D4-969F-3799575A76D9}" dt="2025-12-14T20:41:42.474" v="1407" actId="121"/>
          <ac:spMkLst>
            <pc:docMk/>
            <pc:sldMk cId="2192011443" sldId="310"/>
            <ac:spMk id="2" creationId="{C5BABA52-DBD0-2076-2528-8495EE3B40E4}"/>
          </ac:spMkLst>
        </pc:spChg>
        <pc:spChg chg="add">
          <ac:chgData name="Alina Zogota" userId="43eac884b96ed7c6" providerId="LiveId" clId="{012EA771-21A8-40D4-969F-3799575A76D9}" dt="2025-12-13T19:27:22.130" v="697" actId="26606"/>
          <ac:spMkLst>
            <pc:docMk/>
            <pc:sldMk cId="2192011443" sldId="310"/>
            <ac:spMk id="1260" creationId="{D07DD2DE-F619-49DD-B5E7-03A290FF4ED1}"/>
          </ac:spMkLst>
        </pc:spChg>
        <pc:spChg chg="add">
          <ac:chgData name="Alina Zogota" userId="43eac884b96ed7c6" providerId="LiveId" clId="{012EA771-21A8-40D4-969F-3799575A76D9}" dt="2025-12-13T19:27:22.130" v="697" actId="26606"/>
          <ac:spMkLst>
            <pc:docMk/>
            <pc:sldMk cId="2192011443" sldId="310"/>
            <ac:spMk id="1262" creationId="{85149191-5F60-4A28-AAFF-039F96B0F3EC}"/>
          </ac:spMkLst>
        </pc:spChg>
        <pc:picChg chg="mod">
          <ac:chgData name="Alina Zogota" userId="43eac884b96ed7c6" providerId="LiveId" clId="{012EA771-21A8-40D4-969F-3799575A76D9}" dt="2025-12-13T19:27:20.759" v="696" actId="1076"/>
          <ac:picMkLst>
            <pc:docMk/>
            <pc:sldMk cId="2192011443" sldId="310"/>
            <ac:picMk id="3" creationId="{1BF8B80C-7770-3A66-3F64-754133EFAFA6}"/>
          </ac:picMkLst>
        </pc:picChg>
      </pc:sldChg>
      <pc:sldChg chg="addSp delSp modSp add mod ord modAnim">
        <pc:chgData name="Alina Zogota" userId="43eac884b96ed7c6" providerId="LiveId" clId="{012EA771-21A8-40D4-969F-3799575A76D9}" dt="2025-12-28T18:03:32.228" v="1908" actId="1076"/>
        <pc:sldMkLst>
          <pc:docMk/>
          <pc:sldMk cId="151410212" sldId="311"/>
        </pc:sldMkLst>
        <pc:spChg chg="mod">
          <ac:chgData name="Alina Zogota" userId="43eac884b96ed7c6" providerId="LiveId" clId="{012EA771-21A8-40D4-969F-3799575A76D9}" dt="2025-12-13T19:25:46.022" v="669" actId="1076"/>
          <ac:spMkLst>
            <pc:docMk/>
            <pc:sldMk cId="151410212" sldId="311"/>
            <ac:spMk id="2" creationId="{AC8006B8-5405-0B35-63E0-99FDB4154F5E}"/>
          </ac:spMkLst>
        </pc:spChg>
        <pc:spChg chg="ord">
          <ac:chgData name="Alina Zogota" userId="43eac884b96ed7c6" providerId="LiveId" clId="{012EA771-21A8-40D4-969F-3799575A76D9}" dt="2025-12-13T19:25:35.620" v="667" actId="26606"/>
          <ac:spMkLst>
            <pc:docMk/>
            <pc:sldMk cId="151410212" sldId="311"/>
            <ac:spMk id="5" creationId="{C5A308AA-5677-F46C-B876-6E5570F80D95}"/>
          </ac:spMkLst>
        </pc:spChg>
        <pc:spChg chg="add">
          <ac:chgData name="Alina Zogota" userId="43eac884b96ed7c6" providerId="LiveId" clId="{012EA771-21A8-40D4-969F-3799575A76D9}" dt="2025-12-13T19:25:35.620" v="667" actId="26606"/>
          <ac:spMkLst>
            <pc:docMk/>
            <pc:sldMk cId="151410212" sldId="311"/>
            <ac:spMk id="1252" creationId="{EDC07B27-4E3C-4BCF-ABDB-6AA72857C058}"/>
          </ac:spMkLst>
        </pc:spChg>
        <pc:spChg chg="add">
          <ac:chgData name="Alina Zogota" userId="43eac884b96ed7c6" providerId="LiveId" clId="{012EA771-21A8-40D4-969F-3799575A76D9}" dt="2025-12-13T19:25:35.620" v="667" actId="26606"/>
          <ac:spMkLst>
            <pc:docMk/>
            <pc:sldMk cId="151410212" sldId="311"/>
            <ac:spMk id="1254" creationId="{83D11BE6-2A04-4DBB-842D-88602B5EC728}"/>
          </ac:spMkLst>
        </pc:spChg>
        <pc:spChg chg="add">
          <ac:chgData name="Alina Zogota" userId="43eac884b96ed7c6" providerId="LiveId" clId="{012EA771-21A8-40D4-969F-3799575A76D9}" dt="2025-12-13T19:25:35.620" v="667" actId="26606"/>
          <ac:spMkLst>
            <pc:docMk/>
            <pc:sldMk cId="151410212" sldId="311"/>
            <ac:spMk id="1256" creationId="{2A05E02A-9AA9-45EC-B87B-B46F043F3F97}"/>
          </ac:spMkLst>
        </pc:spChg>
        <pc:spChg chg="add">
          <ac:chgData name="Alina Zogota" userId="43eac884b96ed7c6" providerId="LiveId" clId="{012EA771-21A8-40D4-969F-3799575A76D9}" dt="2025-12-13T19:25:35.620" v="667" actId="26606"/>
          <ac:spMkLst>
            <pc:docMk/>
            <pc:sldMk cId="151410212" sldId="311"/>
            <ac:spMk id="1258" creationId="{0E91EDBA-E8E0-4575-8147-B700345215CE}"/>
          </ac:spMkLst>
        </pc:spChg>
        <pc:picChg chg="add mod">
          <ac:chgData name="Alina Zogota" userId="43eac884b96ed7c6" providerId="LiveId" clId="{012EA771-21A8-40D4-969F-3799575A76D9}" dt="2025-12-28T18:02:32.117" v="1905" actId="1076"/>
          <ac:picMkLst>
            <pc:docMk/>
            <pc:sldMk cId="151410212" sldId="311"/>
            <ac:picMk id="3" creationId="{BD839EC5-5B63-B2AE-73AB-87F38FB3D48D}"/>
          </ac:picMkLst>
        </pc:picChg>
        <pc:picChg chg="add mod">
          <ac:chgData name="Alina Zogota" userId="43eac884b96ed7c6" providerId="LiveId" clId="{012EA771-21A8-40D4-969F-3799575A76D9}" dt="2025-12-28T18:02:36.498" v="1906" actId="14100"/>
          <ac:picMkLst>
            <pc:docMk/>
            <pc:sldMk cId="151410212" sldId="311"/>
            <ac:picMk id="6" creationId="{17BC784B-04EC-D0FE-BAC7-A50A12946EAD}"/>
          </ac:picMkLst>
        </pc:picChg>
        <pc:picChg chg="add mod">
          <ac:chgData name="Alina Zogota" userId="43eac884b96ed7c6" providerId="LiveId" clId="{012EA771-21A8-40D4-969F-3799575A76D9}" dt="2025-12-28T18:03:32.228" v="1908" actId="1076"/>
          <ac:picMkLst>
            <pc:docMk/>
            <pc:sldMk cId="151410212" sldId="311"/>
            <ac:picMk id="7" creationId="{199C0A8B-5E4B-B8B4-B17D-C9AD1D03E5A9}"/>
          </ac:picMkLst>
        </pc:picChg>
      </pc:sldChg>
      <pc:sldChg chg="addSp delSp modSp add mod ord modAnim">
        <pc:chgData name="Alina Zogota" userId="43eac884b96ed7c6" providerId="LiveId" clId="{012EA771-21A8-40D4-969F-3799575A76D9}" dt="2025-12-16T13:38:06.143" v="1508"/>
        <pc:sldMkLst>
          <pc:docMk/>
          <pc:sldMk cId="2156857699" sldId="312"/>
        </pc:sldMkLst>
        <pc:spChg chg="mod">
          <ac:chgData name="Alina Zogota" userId="43eac884b96ed7c6" providerId="LiveId" clId="{012EA771-21A8-40D4-969F-3799575A76D9}" dt="2025-12-13T19:15:52.996" v="531" actId="20577"/>
          <ac:spMkLst>
            <pc:docMk/>
            <pc:sldMk cId="2156857699" sldId="312"/>
            <ac:spMk id="2" creationId="{532F3CC4-A327-3075-7EED-E0CF022FEA26}"/>
          </ac:spMkLst>
        </pc:spChg>
        <pc:spChg chg="ord">
          <ac:chgData name="Alina Zogota" userId="43eac884b96ed7c6" providerId="LiveId" clId="{012EA771-21A8-40D4-969F-3799575A76D9}" dt="2025-12-13T19:15:03.453" v="527" actId="26606"/>
          <ac:spMkLst>
            <pc:docMk/>
            <pc:sldMk cId="2156857699" sldId="312"/>
            <ac:spMk id="5" creationId="{C836FDBD-93B4-2890-A9C6-5E1B475360BD}"/>
          </ac:spMkLst>
        </pc:spChg>
        <pc:spChg chg="add">
          <ac:chgData name="Alina Zogota" userId="43eac884b96ed7c6" providerId="LiveId" clId="{012EA771-21A8-40D4-969F-3799575A76D9}" dt="2025-12-13T19:15:46.614" v="530" actId="26606"/>
          <ac:spMkLst>
            <pc:docMk/>
            <pc:sldMk cId="2156857699" sldId="312"/>
            <ac:spMk id="1265" creationId="{A8384FB5-9ADC-4DDC-881B-597D56F5B15D}"/>
          </ac:spMkLst>
        </pc:spChg>
        <pc:spChg chg="add">
          <ac:chgData name="Alina Zogota" userId="43eac884b96ed7c6" providerId="LiveId" clId="{012EA771-21A8-40D4-969F-3799575A76D9}" dt="2025-12-13T19:15:46.614" v="530" actId="26606"/>
          <ac:spMkLst>
            <pc:docMk/>
            <pc:sldMk cId="2156857699" sldId="312"/>
            <ac:spMk id="1267" creationId="{1199E1B1-A8C0-4FE8-A5A8-1CB41D69F857}"/>
          </ac:spMkLst>
        </pc:spChg>
        <pc:spChg chg="add">
          <ac:chgData name="Alina Zogota" userId="43eac884b96ed7c6" providerId="LiveId" clId="{012EA771-21A8-40D4-969F-3799575A76D9}" dt="2025-12-13T19:15:46.614" v="530" actId="26606"/>
          <ac:spMkLst>
            <pc:docMk/>
            <pc:sldMk cId="2156857699" sldId="312"/>
            <ac:spMk id="1269" creationId="{84A8DE83-DE75-4B41-9DB4-A7EC0B0DEC0B}"/>
          </ac:spMkLst>
        </pc:spChg>
        <pc:spChg chg="add">
          <ac:chgData name="Alina Zogota" userId="43eac884b96ed7c6" providerId="LiveId" clId="{012EA771-21A8-40D4-969F-3799575A76D9}" dt="2025-12-13T19:15:46.614" v="530" actId="26606"/>
          <ac:spMkLst>
            <pc:docMk/>
            <pc:sldMk cId="2156857699" sldId="312"/>
            <ac:spMk id="1271" creationId="{A7009A0A-BEF5-4EAC-AF15-E4F9F002E239}"/>
          </ac:spMkLst>
        </pc:spChg>
        <pc:picChg chg="add mod">
          <ac:chgData name="Alina Zogota" userId="43eac884b96ed7c6" providerId="LiveId" clId="{012EA771-21A8-40D4-969F-3799575A76D9}" dt="2025-12-13T19:15:38.215" v="529" actId="27614"/>
          <ac:picMkLst>
            <pc:docMk/>
            <pc:sldMk cId="2156857699" sldId="312"/>
            <ac:picMk id="8" creationId="{DAB05DBC-BCC2-7D81-9074-E9251D3C4939}"/>
          </ac:picMkLst>
        </pc:picChg>
      </pc:sldChg>
      <pc:sldChg chg="addSp delSp modSp add mod modAnim">
        <pc:chgData name="Alina Zogota" userId="43eac884b96ed7c6" providerId="LiveId" clId="{012EA771-21A8-40D4-969F-3799575A76D9}" dt="2025-12-28T18:31:26.910" v="1928" actId="20577"/>
        <pc:sldMkLst>
          <pc:docMk/>
          <pc:sldMk cId="1846813189" sldId="314"/>
        </pc:sldMkLst>
        <pc:spChg chg="mod">
          <ac:chgData name="Alina Zogota" userId="43eac884b96ed7c6" providerId="LiveId" clId="{012EA771-21A8-40D4-969F-3799575A76D9}" dt="2025-12-28T18:31:26.910" v="1928" actId="20577"/>
          <ac:spMkLst>
            <pc:docMk/>
            <pc:sldMk cId="1846813189" sldId="314"/>
            <ac:spMk id="2" creationId="{86DFCB5A-BFF2-04A8-9037-3D29938E3B13}"/>
          </ac:spMkLst>
        </pc:spChg>
        <pc:spChg chg="ord">
          <ac:chgData name="Alina Zogota" userId="43eac884b96ed7c6" providerId="LiveId" clId="{012EA771-21A8-40D4-969F-3799575A76D9}" dt="2025-12-13T19:16:45.573" v="556" actId="26606"/>
          <ac:spMkLst>
            <pc:docMk/>
            <pc:sldMk cId="1846813189" sldId="314"/>
            <ac:spMk id="5" creationId="{4F2F614D-E1E8-349D-88C5-98E9E629C3C0}"/>
          </ac:spMkLst>
        </pc:spChg>
        <pc:spChg chg="add">
          <ac:chgData name="Alina Zogota" userId="43eac884b96ed7c6" providerId="LiveId" clId="{012EA771-21A8-40D4-969F-3799575A76D9}" dt="2025-12-13T19:16:45.573" v="556" actId="26606"/>
          <ac:spMkLst>
            <pc:docMk/>
            <pc:sldMk cId="1846813189" sldId="314"/>
            <ac:spMk id="1276" creationId="{A8384FB5-9ADC-4DDC-881B-597D56F5B15D}"/>
          </ac:spMkLst>
        </pc:spChg>
        <pc:spChg chg="add">
          <ac:chgData name="Alina Zogota" userId="43eac884b96ed7c6" providerId="LiveId" clId="{012EA771-21A8-40D4-969F-3799575A76D9}" dt="2025-12-13T19:16:45.573" v="556" actId="26606"/>
          <ac:spMkLst>
            <pc:docMk/>
            <pc:sldMk cId="1846813189" sldId="314"/>
            <ac:spMk id="1278" creationId="{1199E1B1-A8C0-4FE8-A5A8-1CB41D69F857}"/>
          </ac:spMkLst>
        </pc:spChg>
        <pc:spChg chg="add">
          <ac:chgData name="Alina Zogota" userId="43eac884b96ed7c6" providerId="LiveId" clId="{012EA771-21A8-40D4-969F-3799575A76D9}" dt="2025-12-13T19:16:45.573" v="556" actId="26606"/>
          <ac:spMkLst>
            <pc:docMk/>
            <pc:sldMk cId="1846813189" sldId="314"/>
            <ac:spMk id="1280" creationId="{84A8DE83-DE75-4B41-9DB4-A7EC0B0DEC0B}"/>
          </ac:spMkLst>
        </pc:spChg>
        <pc:spChg chg="add">
          <ac:chgData name="Alina Zogota" userId="43eac884b96ed7c6" providerId="LiveId" clId="{012EA771-21A8-40D4-969F-3799575A76D9}" dt="2025-12-13T19:16:45.573" v="556" actId="26606"/>
          <ac:spMkLst>
            <pc:docMk/>
            <pc:sldMk cId="1846813189" sldId="314"/>
            <ac:spMk id="1282" creationId="{A7009A0A-BEF5-4EAC-AF15-E4F9F002E239}"/>
          </ac:spMkLst>
        </pc:spChg>
        <pc:picChg chg="add mod">
          <ac:chgData name="Alina Zogota" userId="43eac884b96ed7c6" providerId="LiveId" clId="{012EA771-21A8-40D4-969F-3799575A76D9}" dt="2025-12-13T19:16:45.573" v="556" actId="26606"/>
          <ac:picMkLst>
            <pc:docMk/>
            <pc:sldMk cId="1846813189" sldId="314"/>
            <ac:picMk id="9" creationId="{0EC831AF-A8DA-095D-0679-5AA3F8560119}"/>
          </ac:picMkLst>
        </pc:picChg>
      </pc:sldChg>
      <pc:sldChg chg="addSp delSp modSp add mod ord modAnim">
        <pc:chgData name="Alina Zogota" userId="43eac884b96ed7c6" providerId="LiveId" clId="{012EA771-21A8-40D4-969F-3799575A76D9}" dt="2025-12-16T13:38:42.333" v="1517"/>
        <pc:sldMkLst>
          <pc:docMk/>
          <pc:sldMk cId="222879094" sldId="316"/>
        </pc:sldMkLst>
        <pc:spChg chg="mod">
          <ac:chgData name="Alina Zogota" userId="43eac884b96ed7c6" providerId="LiveId" clId="{012EA771-21A8-40D4-969F-3799575A76D9}" dt="2025-12-14T20:43:02.224" v="1416" actId="1076"/>
          <ac:spMkLst>
            <pc:docMk/>
            <pc:sldMk cId="222879094" sldId="316"/>
            <ac:spMk id="2" creationId="{F78D3B89-5BF3-3E82-2CC6-90790909D595}"/>
          </ac:spMkLst>
        </pc:spChg>
        <pc:spChg chg="add mod">
          <ac:chgData name="Alina Zogota" userId="43eac884b96ed7c6" providerId="LiveId" clId="{012EA771-21A8-40D4-969F-3799575A76D9}" dt="2025-12-14T20:43:09.577" v="1417" actId="2711"/>
          <ac:spMkLst>
            <pc:docMk/>
            <pc:sldMk cId="222879094" sldId="316"/>
            <ac:spMk id="6" creationId="{DC319D50-8045-0B88-0C54-8E44622525D4}"/>
          </ac:spMkLst>
        </pc:spChg>
      </pc:sldChg>
      <pc:sldChg chg="addSp delSp modSp add mod ord modAnim">
        <pc:chgData name="Alina Zogota" userId="43eac884b96ed7c6" providerId="LiveId" clId="{012EA771-21A8-40D4-969F-3799575A76D9}" dt="2025-12-16T13:38:34.905" v="1515"/>
        <pc:sldMkLst>
          <pc:docMk/>
          <pc:sldMk cId="177915919" sldId="317"/>
        </pc:sldMkLst>
        <pc:spChg chg="mod">
          <ac:chgData name="Alina Zogota" userId="43eac884b96ed7c6" providerId="LiveId" clId="{012EA771-21A8-40D4-969F-3799575A76D9}" dt="2025-12-13T19:23:26.619" v="658" actId="20577"/>
          <ac:spMkLst>
            <pc:docMk/>
            <pc:sldMk cId="177915919" sldId="317"/>
            <ac:spMk id="2" creationId="{B9528C02-FFBA-D32C-CCAC-A8ED3BF85AC5}"/>
          </ac:spMkLst>
        </pc:spChg>
        <pc:spChg chg="ord">
          <ac:chgData name="Alina Zogota" userId="43eac884b96ed7c6" providerId="LiveId" clId="{012EA771-21A8-40D4-969F-3799575A76D9}" dt="2025-12-13T19:22:21.036" v="624" actId="26606"/>
          <ac:spMkLst>
            <pc:docMk/>
            <pc:sldMk cId="177915919" sldId="317"/>
            <ac:spMk id="5" creationId="{BB489082-AFEF-4036-14BA-03C683D2E880}"/>
          </ac:spMkLst>
        </pc:spChg>
        <pc:spChg chg="add">
          <ac:chgData name="Alina Zogota" userId="43eac884b96ed7c6" providerId="LiveId" clId="{012EA771-21A8-40D4-969F-3799575A76D9}" dt="2025-12-13T19:22:21.036" v="624" actId="26606"/>
          <ac:spMkLst>
            <pc:docMk/>
            <pc:sldMk cId="177915919" sldId="317"/>
            <ac:spMk id="1276" creationId="{A8384FB5-9ADC-4DDC-881B-597D56F5B15D}"/>
          </ac:spMkLst>
        </pc:spChg>
        <pc:spChg chg="add">
          <ac:chgData name="Alina Zogota" userId="43eac884b96ed7c6" providerId="LiveId" clId="{012EA771-21A8-40D4-969F-3799575A76D9}" dt="2025-12-13T19:22:21.036" v="624" actId="26606"/>
          <ac:spMkLst>
            <pc:docMk/>
            <pc:sldMk cId="177915919" sldId="317"/>
            <ac:spMk id="1278" creationId="{1199E1B1-A8C0-4FE8-A5A8-1CB41D69F857}"/>
          </ac:spMkLst>
        </pc:spChg>
        <pc:spChg chg="add">
          <ac:chgData name="Alina Zogota" userId="43eac884b96ed7c6" providerId="LiveId" clId="{012EA771-21A8-40D4-969F-3799575A76D9}" dt="2025-12-13T19:22:21.036" v="624" actId="26606"/>
          <ac:spMkLst>
            <pc:docMk/>
            <pc:sldMk cId="177915919" sldId="317"/>
            <ac:spMk id="1280" creationId="{84A8DE83-DE75-4B41-9DB4-A7EC0B0DEC0B}"/>
          </ac:spMkLst>
        </pc:spChg>
        <pc:spChg chg="add">
          <ac:chgData name="Alina Zogota" userId="43eac884b96ed7c6" providerId="LiveId" clId="{012EA771-21A8-40D4-969F-3799575A76D9}" dt="2025-12-13T19:22:21.036" v="624" actId="26606"/>
          <ac:spMkLst>
            <pc:docMk/>
            <pc:sldMk cId="177915919" sldId="317"/>
            <ac:spMk id="1282" creationId="{A7009A0A-BEF5-4EAC-AF15-E4F9F002E239}"/>
          </ac:spMkLst>
        </pc:spChg>
        <pc:picChg chg="add mod">
          <ac:chgData name="Alina Zogota" userId="43eac884b96ed7c6" providerId="LiveId" clId="{012EA771-21A8-40D4-969F-3799575A76D9}" dt="2025-12-13T19:22:21.036" v="624" actId="26606"/>
          <ac:picMkLst>
            <pc:docMk/>
            <pc:sldMk cId="177915919" sldId="317"/>
            <ac:picMk id="3" creationId="{7BB2AE36-5645-C41A-FC2D-47368D4A80E7}"/>
          </ac:picMkLst>
        </pc:picChg>
      </pc:sldChg>
      <pc:sldChg chg="addSp delSp modSp add mod modAnim">
        <pc:chgData name="Alina Zogota" userId="43eac884b96ed7c6" providerId="LiveId" clId="{012EA771-21A8-40D4-969F-3799575A76D9}" dt="2025-12-16T13:38:38.433" v="1516"/>
        <pc:sldMkLst>
          <pc:docMk/>
          <pc:sldMk cId="4020123363" sldId="318"/>
        </pc:sldMkLst>
        <pc:spChg chg="mod">
          <ac:chgData name="Alina Zogota" userId="43eac884b96ed7c6" providerId="LiveId" clId="{012EA771-21A8-40D4-969F-3799575A76D9}" dt="2025-12-13T19:22:46.192" v="629"/>
          <ac:spMkLst>
            <pc:docMk/>
            <pc:sldMk cId="4020123363" sldId="318"/>
            <ac:spMk id="2" creationId="{C0D28178-4923-94F7-F689-91E131AAD04E}"/>
          </ac:spMkLst>
        </pc:spChg>
        <pc:spChg chg="ord">
          <ac:chgData name="Alina Zogota" userId="43eac884b96ed7c6" providerId="LiveId" clId="{012EA771-21A8-40D4-969F-3799575A76D9}" dt="2025-12-13T19:22:33.195" v="628" actId="26606"/>
          <ac:spMkLst>
            <pc:docMk/>
            <pc:sldMk cId="4020123363" sldId="318"/>
            <ac:spMk id="5" creationId="{C2C762C2-A43A-C8EA-6653-77A71CADFA18}"/>
          </ac:spMkLst>
        </pc:spChg>
        <pc:spChg chg="add">
          <ac:chgData name="Alina Zogota" userId="43eac884b96ed7c6" providerId="LiveId" clId="{012EA771-21A8-40D4-969F-3799575A76D9}" dt="2025-12-13T19:22:33.195" v="628" actId="26606"/>
          <ac:spMkLst>
            <pc:docMk/>
            <pc:sldMk cId="4020123363" sldId="318"/>
            <ac:spMk id="1287" creationId="{A8384FB5-9ADC-4DDC-881B-597D56F5B15D}"/>
          </ac:spMkLst>
        </pc:spChg>
        <pc:spChg chg="add">
          <ac:chgData name="Alina Zogota" userId="43eac884b96ed7c6" providerId="LiveId" clId="{012EA771-21A8-40D4-969F-3799575A76D9}" dt="2025-12-13T19:22:33.195" v="628" actId="26606"/>
          <ac:spMkLst>
            <pc:docMk/>
            <pc:sldMk cId="4020123363" sldId="318"/>
            <ac:spMk id="1289" creationId="{1199E1B1-A8C0-4FE8-A5A8-1CB41D69F857}"/>
          </ac:spMkLst>
        </pc:spChg>
        <pc:spChg chg="add">
          <ac:chgData name="Alina Zogota" userId="43eac884b96ed7c6" providerId="LiveId" clId="{012EA771-21A8-40D4-969F-3799575A76D9}" dt="2025-12-13T19:22:33.195" v="628" actId="26606"/>
          <ac:spMkLst>
            <pc:docMk/>
            <pc:sldMk cId="4020123363" sldId="318"/>
            <ac:spMk id="1291" creationId="{84A8DE83-DE75-4B41-9DB4-A7EC0B0DEC0B}"/>
          </ac:spMkLst>
        </pc:spChg>
        <pc:spChg chg="add">
          <ac:chgData name="Alina Zogota" userId="43eac884b96ed7c6" providerId="LiveId" clId="{012EA771-21A8-40D4-969F-3799575A76D9}" dt="2025-12-13T19:22:33.195" v="628" actId="26606"/>
          <ac:spMkLst>
            <pc:docMk/>
            <pc:sldMk cId="4020123363" sldId="318"/>
            <ac:spMk id="1293" creationId="{A7009A0A-BEF5-4EAC-AF15-E4F9F002E239}"/>
          </ac:spMkLst>
        </pc:spChg>
        <pc:picChg chg="add mod">
          <ac:chgData name="Alina Zogota" userId="43eac884b96ed7c6" providerId="LiveId" clId="{012EA771-21A8-40D4-969F-3799575A76D9}" dt="2025-12-13T19:22:33.195" v="628" actId="26606"/>
          <ac:picMkLst>
            <pc:docMk/>
            <pc:sldMk cId="4020123363" sldId="318"/>
            <ac:picMk id="4" creationId="{FEE57633-3755-9485-30D0-FAF73D7562CA}"/>
          </ac:picMkLst>
        </pc:picChg>
      </pc:sldChg>
      <pc:sldChg chg="addSp delSp modSp add mod ord modAnim">
        <pc:chgData name="Alina Zogota" userId="43eac884b96ed7c6" providerId="LiveId" clId="{012EA771-21A8-40D4-969F-3799575A76D9}" dt="2025-12-28T17:56:17.142" v="1901" actId="34135"/>
        <pc:sldMkLst>
          <pc:docMk/>
          <pc:sldMk cId="2298561596" sldId="319"/>
        </pc:sldMkLst>
        <pc:spChg chg="mod">
          <ac:chgData name="Alina Zogota" userId="43eac884b96ed7c6" providerId="LiveId" clId="{012EA771-21A8-40D4-969F-3799575A76D9}" dt="2025-12-14T20:42:16.917" v="1409" actId="1076"/>
          <ac:spMkLst>
            <pc:docMk/>
            <pc:sldMk cId="2298561596" sldId="319"/>
            <ac:spMk id="2" creationId="{B78213DF-2C6D-B1BE-0BAC-68B2182EF0C7}"/>
          </ac:spMkLst>
        </pc:spChg>
        <pc:spChg chg="add mod ord">
          <ac:chgData name="Alina Zogota" userId="43eac884b96ed7c6" providerId="LiveId" clId="{012EA771-21A8-40D4-969F-3799575A76D9}" dt="2025-12-28T17:56:17.142" v="1901" actId="34135"/>
          <ac:spMkLst>
            <pc:docMk/>
            <pc:sldMk cId="2298561596" sldId="319"/>
            <ac:spMk id="4" creationId="{3C9CC26E-2406-3A6F-7895-EFE0B33C8B35}"/>
          </ac:spMkLst>
        </pc:spChg>
        <pc:spChg chg="mod ord">
          <ac:chgData name="Alina Zogota" userId="43eac884b96ed7c6" providerId="LiveId" clId="{012EA771-21A8-40D4-969F-3799575A76D9}" dt="2025-12-28T17:56:17.142" v="1901" actId="34135"/>
          <ac:spMkLst>
            <pc:docMk/>
            <pc:sldMk cId="2298561596" sldId="319"/>
            <ac:spMk id="5" creationId="{AD986240-C899-E1DF-C749-AA326E4D3D2C}"/>
          </ac:spMkLst>
        </pc:spChg>
        <pc:spChg chg="add mod ord">
          <ac:chgData name="Alina Zogota" userId="43eac884b96ed7c6" providerId="LiveId" clId="{012EA771-21A8-40D4-969F-3799575A76D9}" dt="2025-12-28T17:56:17.142" v="1901" actId="34135"/>
          <ac:spMkLst>
            <pc:docMk/>
            <pc:sldMk cId="2298561596" sldId="319"/>
            <ac:spMk id="7" creationId="{D615A4C4-F059-3388-AB52-0231FDABAB23}"/>
          </ac:spMkLst>
        </pc:spChg>
        <pc:spChg chg="add mod ord">
          <ac:chgData name="Alina Zogota" userId="43eac884b96ed7c6" providerId="LiveId" clId="{012EA771-21A8-40D4-969F-3799575A76D9}" dt="2025-12-28T17:56:17.142" v="1901" actId="34135"/>
          <ac:spMkLst>
            <pc:docMk/>
            <pc:sldMk cId="2298561596" sldId="319"/>
            <ac:spMk id="11" creationId="{2CF14928-5EFF-5E8A-AE63-4731D8612288}"/>
          </ac:spMkLst>
        </pc:spChg>
        <pc:spChg chg="add mod ord">
          <ac:chgData name="Alina Zogota" userId="43eac884b96ed7c6" providerId="LiveId" clId="{012EA771-21A8-40D4-969F-3799575A76D9}" dt="2025-12-28T17:56:17.142" v="1901" actId="34135"/>
          <ac:spMkLst>
            <pc:docMk/>
            <pc:sldMk cId="2298561596" sldId="319"/>
            <ac:spMk id="12" creationId="{73DF9676-7052-851B-FFC1-846324CE4CE2}"/>
          </ac:spMkLst>
        </pc:spChg>
        <pc:spChg chg="add">
          <ac:chgData name="Alina Zogota" userId="43eac884b96ed7c6" providerId="LiveId" clId="{012EA771-21A8-40D4-969F-3799575A76D9}" dt="2025-12-13T19:31:11.868" v="718" actId="26606"/>
          <ac:spMkLst>
            <pc:docMk/>
            <pc:sldMk cId="2298561596" sldId="319"/>
            <ac:spMk id="1321" creationId="{E85CCF60-79A2-440A-86A2-1A64A59F7B5C}"/>
          </ac:spMkLst>
        </pc:spChg>
        <pc:spChg chg="add">
          <ac:chgData name="Alina Zogota" userId="43eac884b96ed7c6" providerId="LiveId" clId="{012EA771-21A8-40D4-969F-3799575A76D9}" dt="2025-12-13T19:31:11.868" v="718" actId="26606"/>
          <ac:spMkLst>
            <pc:docMk/>
            <pc:sldMk cId="2298561596" sldId="319"/>
            <ac:spMk id="1323" creationId="{3F2162BA-EECD-43E0-99D9-C00B19482E50}"/>
          </ac:spMkLst>
        </pc:spChg>
        <pc:spChg chg="add">
          <ac:chgData name="Alina Zogota" userId="43eac884b96ed7c6" providerId="LiveId" clId="{012EA771-21A8-40D4-969F-3799575A76D9}" dt="2025-12-13T19:31:11.868" v="718" actId="26606"/>
          <ac:spMkLst>
            <pc:docMk/>
            <pc:sldMk cId="2298561596" sldId="319"/>
            <ac:spMk id="1325" creationId="{160DB805-F71F-46BB-A8CC-74F6D8306F98}"/>
          </ac:spMkLst>
        </pc:spChg>
        <pc:picChg chg="add mod ord">
          <ac:chgData name="Alina Zogota" userId="43eac884b96ed7c6" providerId="LiveId" clId="{012EA771-21A8-40D4-969F-3799575A76D9}" dt="2025-12-28T17:56:17.142" v="1901" actId="34135"/>
          <ac:picMkLst>
            <pc:docMk/>
            <pc:sldMk cId="2298561596" sldId="319"/>
            <ac:picMk id="6" creationId="{B2937CA7-0A35-75DE-D506-549F2378E294}"/>
          </ac:picMkLst>
        </pc:picChg>
        <pc:picChg chg="add mod ord">
          <ac:chgData name="Alina Zogota" userId="43eac884b96ed7c6" providerId="LiveId" clId="{012EA771-21A8-40D4-969F-3799575A76D9}" dt="2025-12-28T17:56:17.142" v="1901" actId="34135"/>
          <ac:picMkLst>
            <pc:docMk/>
            <pc:sldMk cId="2298561596" sldId="319"/>
            <ac:picMk id="8" creationId="{F13D3ABA-B5F5-8FAE-4DE7-246D71DC7482}"/>
          </ac:picMkLst>
        </pc:picChg>
        <pc:picChg chg="add mod ord">
          <ac:chgData name="Alina Zogota" userId="43eac884b96ed7c6" providerId="LiveId" clId="{012EA771-21A8-40D4-969F-3799575A76D9}" dt="2025-12-28T17:56:17.142" v="1901" actId="34135"/>
          <ac:picMkLst>
            <pc:docMk/>
            <pc:sldMk cId="2298561596" sldId="319"/>
            <ac:picMk id="9" creationId="{72057610-52F8-6090-D9C3-B141A177AB11}"/>
          </ac:picMkLst>
        </pc:picChg>
        <pc:picChg chg="add mod ord">
          <ac:chgData name="Alina Zogota" userId="43eac884b96ed7c6" providerId="LiveId" clId="{012EA771-21A8-40D4-969F-3799575A76D9}" dt="2025-12-28T17:56:17.142" v="1901" actId="34135"/>
          <ac:picMkLst>
            <pc:docMk/>
            <pc:sldMk cId="2298561596" sldId="319"/>
            <ac:picMk id="10" creationId="{642F7565-F352-4C2D-C229-F2FF7ADD5543}"/>
          </ac:picMkLst>
        </pc:picChg>
      </pc:sldChg>
      <pc:sldChg chg="addSp delSp modSp add mod ord modAnim">
        <pc:chgData name="Alina Zogota" userId="43eac884b96ed7c6" providerId="LiveId" clId="{012EA771-21A8-40D4-969F-3799575A76D9}" dt="2025-12-28T17:53:14.155" v="1874" actId="14100"/>
        <pc:sldMkLst>
          <pc:docMk/>
          <pc:sldMk cId="3160682109" sldId="320"/>
        </pc:sldMkLst>
        <pc:spChg chg="mod">
          <ac:chgData name="Alina Zogota" userId="43eac884b96ed7c6" providerId="LiveId" clId="{012EA771-21A8-40D4-969F-3799575A76D9}" dt="2025-12-14T20:42:34.420" v="1412" actId="1076"/>
          <ac:spMkLst>
            <pc:docMk/>
            <pc:sldMk cId="3160682109" sldId="320"/>
            <ac:spMk id="2" creationId="{E87D5071-4773-131E-22FF-C6B1BAEF3ACD}"/>
          </ac:spMkLst>
        </pc:spChg>
        <pc:spChg chg="ord">
          <ac:chgData name="Alina Zogota" userId="43eac884b96ed7c6" providerId="LiveId" clId="{012EA771-21A8-40D4-969F-3799575A76D9}" dt="2025-12-28T17:47:14.621" v="1836" actId="166"/>
          <ac:spMkLst>
            <pc:docMk/>
            <pc:sldMk cId="3160682109" sldId="320"/>
            <ac:spMk id="5" creationId="{66D5F921-4D25-A406-6EE7-C84BFC8AB4B3}"/>
          </ac:spMkLst>
        </pc:spChg>
        <pc:spChg chg="add mod ord">
          <ac:chgData name="Alina Zogota" userId="43eac884b96ed7c6" providerId="LiveId" clId="{012EA771-21A8-40D4-969F-3799575A76D9}" dt="2025-12-28T17:53:14.155" v="1874" actId="14100"/>
          <ac:spMkLst>
            <pc:docMk/>
            <pc:sldMk cId="3160682109" sldId="320"/>
            <ac:spMk id="8" creationId="{47FA3806-9362-EE9D-308F-7C7D6D7BF34D}"/>
          </ac:spMkLst>
        </pc:spChg>
        <pc:spChg chg="add mod ord">
          <ac:chgData name="Alina Zogota" userId="43eac884b96ed7c6" providerId="LiveId" clId="{012EA771-21A8-40D4-969F-3799575A76D9}" dt="2025-12-28T17:51:45.781" v="1862" actId="14100"/>
          <ac:spMkLst>
            <pc:docMk/>
            <pc:sldMk cId="3160682109" sldId="320"/>
            <ac:spMk id="9" creationId="{5B744C77-C07F-B230-9016-3541B806344B}"/>
          </ac:spMkLst>
        </pc:spChg>
        <pc:spChg chg="add mod ord">
          <ac:chgData name="Alina Zogota" userId="43eac884b96ed7c6" providerId="LiveId" clId="{012EA771-21A8-40D4-969F-3799575A76D9}" dt="2025-12-28T17:52:28.153" v="1868" actId="14100"/>
          <ac:spMkLst>
            <pc:docMk/>
            <pc:sldMk cId="3160682109" sldId="320"/>
            <ac:spMk id="10" creationId="{92988C20-248C-CBD3-3791-F45B3670084C}"/>
          </ac:spMkLst>
        </pc:spChg>
        <pc:spChg chg="add mod ord">
          <ac:chgData name="Alina Zogota" userId="43eac884b96ed7c6" providerId="LiveId" clId="{012EA771-21A8-40D4-969F-3799575A76D9}" dt="2025-12-28T17:51:11.798" v="1857" actId="1076"/>
          <ac:spMkLst>
            <pc:docMk/>
            <pc:sldMk cId="3160682109" sldId="320"/>
            <ac:spMk id="12" creationId="{F2BECF6E-D576-AF4C-185A-7B46CBF42F5E}"/>
          </ac:spMkLst>
        </pc:spChg>
        <pc:spChg chg="add">
          <ac:chgData name="Alina Zogota" userId="43eac884b96ed7c6" providerId="LiveId" clId="{012EA771-21A8-40D4-969F-3799575A76D9}" dt="2025-12-13T19:33:35.544" v="751" actId="26606"/>
          <ac:spMkLst>
            <pc:docMk/>
            <pc:sldMk cId="3160682109" sldId="320"/>
            <ac:spMk id="1332" creationId="{398F3DEE-0E56-499F-AFAE-C2DA7C2C815B}"/>
          </ac:spMkLst>
        </pc:spChg>
        <pc:spChg chg="add">
          <ac:chgData name="Alina Zogota" userId="43eac884b96ed7c6" providerId="LiveId" clId="{012EA771-21A8-40D4-969F-3799575A76D9}" dt="2025-12-13T19:33:35.544" v="751" actId="26606"/>
          <ac:spMkLst>
            <pc:docMk/>
            <pc:sldMk cId="3160682109" sldId="320"/>
            <ac:spMk id="1334" creationId="{E85CCF60-79A2-440A-86A2-1A64A59F7B5C}"/>
          </ac:spMkLst>
        </pc:spChg>
        <pc:spChg chg="add">
          <ac:chgData name="Alina Zogota" userId="43eac884b96ed7c6" providerId="LiveId" clId="{012EA771-21A8-40D4-969F-3799575A76D9}" dt="2025-12-13T19:33:35.544" v="751" actId="26606"/>
          <ac:spMkLst>
            <pc:docMk/>
            <pc:sldMk cId="3160682109" sldId="320"/>
            <ac:spMk id="1340" creationId="{6F91054C-3439-420E-88EB-F0A5637EC5C4}"/>
          </ac:spMkLst>
        </pc:spChg>
        <pc:picChg chg="add mod ord">
          <ac:chgData name="Alina Zogota" userId="43eac884b96ed7c6" providerId="LiveId" clId="{012EA771-21A8-40D4-969F-3799575A76D9}" dt="2025-12-28T17:51:30.297" v="1860" actId="1076"/>
          <ac:picMkLst>
            <pc:docMk/>
            <pc:sldMk cId="3160682109" sldId="320"/>
            <ac:picMk id="3" creationId="{232AD90E-F0B6-2963-092F-DBF83DE8568F}"/>
          </ac:picMkLst>
        </pc:picChg>
        <pc:picChg chg="add mod ord">
          <ac:chgData name="Alina Zogota" userId="43eac884b96ed7c6" providerId="LiveId" clId="{012EA771-21A8-40D4-969F-3799575A76D9}" dt="2025-12-28T17:52:55.877" v="1872" actId="14100"/>
          <ac:picMkLst>
            <pc:docMk/>
            <pc:sldMk cId="3160682109" sldId="320"/>
            <ac:picMk id="4" creationId="{C2602C9F-50E3-F1A5-DEC8-28F3B2E95950}"/>
          </ac:picMkLst>
        </pc:picChg>
        <pc:picChg chg="add mod ord">
          <ac:chgData name="Alina Zogota" userId="43eac884b96ed7c6" providerId="LiveId" clId="{012EA771-21A8-40D4-969F-3799575A76D9}" dt="2025-12-28T17:47:32.932" v="1838" actId="1076"/>
          <ac:picMkLst>
            <pc:docMk/>
            <pc:sldMk cId="3160682109" sldId="320"/>
            <ac:picMk id="7" creationId="{AF20B23D-EDDE-5290-AB51-BE4DD45B3377}"/>
          </ac:picMkLst>
        </pc:picChg>
        <pc:picChg chg="add mod ord">
          <ac:chgData name="Alina Zogota" userId="43eac884b96ed7c6" providerId="LiveId" clId="{012EA771-21A8-40D4-969F-3799575A76D9}" dt="2025-12-28T17:47:14.621" v="1836" actId="166"/>
          <ac:picMkLst>
            <pc:docMk/>
            <pc:sldMk cId="3160682109" sldId="320"/>
            <ac:picMk id="11" creationId="{F02B3F97-34B7-CF1D-C8C3-04DC97BFEE47}"/>
          </ac:picMkLst>
        </pc:picChg>
      </pc:sldChg>
      <pc:sldChg chg="addSp delSp modSp add mod modAnim">
        <pc:chgData name="Alina Zogota" userId="43eac884b96ed7c6" providerId="LiveId" clId="{012EA771-21A8-40D4-969F-3799575A76D9}" dt="2025-12-16T13:37:52.870" v="1505"/>
        <pc:sldMkLst>
          <pc:docMk/>
          <pc:sldMk cId="920348603" sldId="321"/>
        </pc:sldMkLst>
        <pc:spChg chg="mod">
          <ac:chgData name="Alina Zogota" userId="43eac884b96ed7c6" providerId="LiveId" clId="{012EA771-21A8-40D4-969F-3799575A76D9}" dt="2025-12-14T20:40:54.756" v="1394" actId="1076"/>
          <ac:spMkLst>
            <pc:docMk/>
            <pc:sldMk cId="920348603" sldId="321"/>
            <ac:spMk id="2" creationId="{61B2D7B3-210E-6559-AD5B-9E971570C738}"/>
          </ac:spMkLst>
        </pc:spChg>
        <pc:spChg chg="add mod">
          <ac:chgData name="Alina Zogota" userId="43eac884b96ed7c6" providerId="LiveId" clId="{012EA771-21A8-40D4-969F-3799575A76D9}" dt="2025-12-14T20:34:22.491" v="1320" actId="20577"/>
          <ac:spMkLst>
            <pc:docMk/>
            <pc:sldMk cId="920348603" sldId="321"/>
            <ac:spMk id="7" creationId="{C0A34514-07DD-FAF6-B984-E2009322FBCA}"/>
          </ac:spMkLst>
        </pc:spChg>
        <pc:spChg chg="mod">
          <ac:chgData name="Alina Zogota" userId="43eac884b96ed7c6" providerId="LiveId" clId="{012EA771-21A8-40D4-969F-3799575A76D9}" dt="2025-12-14T18:51:14.716" v="1200" actId="1076"/>
          <ac:spMkLst>
            <pc:docMk/>
            <pc:sldMk cId="920348603" sldId="321"/>
            <ac:spMk id="10" creationId="{D6E6A765-9C8E-6807-8F0A-C5C1CAD9F9CC}"/>
          </ac:spMkLst>
        </pc:spChg>
      </pc:sldChg>
      <pc:sldChg chg="modSp add mod ord modAnim">
        <pc:chgData name="Alina Zogota" userId="43eac884b96ed7c6" providerId="LiveId" clId="{012EA771-21A8-40D4-969F-3799575A76D9}" dt="2025-12-16T13:37:37.661" v="1502"/>
        <pc:sldMkLst>
          <pc:docMk/>
          <pc:sldMk cId="4021421829" sldId="322"/>
        </pc:sldMkLst>
        <pc:spChg chg="mod">
          <ac:chgData name="Alina Zogota" userId="43eac884b96ed7c6" providerId="LiveId" clId="{012EA771-21A8-40D4-969F-3799575A76D9}" dt="2025-12-14T20:40:00.463" v="1388" actId="14100"/>
          <ac:spMkLst>
            <pc:docMk/>
            <pc:sldMk cId="4021421829" sldId="322"/>
            <ac:spMk id="2" creationId="{075FB986-AFFC-363B-3C00-CD50679FA353}"/>
          </ac:spMkLst>
        </pc:spChg>
      </pc:sldChg>
      <pc:sldChg chg="modSp add">
        <pc:chgData name="Alina Zogota" userId="43eac884b96ed7c6" providerId="LiveId" clId="{012EA771-21A8-40D4-969F-3799575A76D9}" dt="2025-12-14T21:43:24.021" v="1495" actId="20577"/>
        <pc:sldMkLst>
          <pc:docMk/>
          <pc:sldMk cId="1494466404" sldId="323"/>
        </pc:sldMkLst>
        <pc:spChg chg="mod">
          <ac:chgData name="Alina Zogota" userId="43eac884b96ed7c6" providerId="LiveId" clId="{012EA771-21A8-40D4-969F-3799575A76D9}" dt="2025-12-14T21:43:24.021" v="1495" actId="20577"/>
          <ac:spMkLst>
            <pc:docMk/>
            <pc:sldMk cId="1494466404" sldId="323"/>
            <ac:spMk id="2" creationId="{A3EF0970-090F-8B79-9188-69A4BD282067}"/>
          </ac:spMkLst>
        </pc:spChg>
      </pc:sldChg>
      <pc:sldChg chg="addSp delSp modSp add mod ord modAnim">
        <pc:chgData name="Alina Zogota" userId="43eac884b96ed7c6" providerId="LiveId" clId="{012EA771-21A8-40D4-969F-3799575A76D9}" dt="2025-12-16T13:38:53.909" v="1519"/>
        <pc:sldMkLst>
          <pc:docMk/>
          <pc:sldMk cId="3741461598" sldId="324"/>
        </pc:sldMkLst>
        <pc:spChg chg="mod">
          <ac:chgData name="Alina Zogota" userId="43eac884b96ed7c6" providerId="LiveId" clId="{012EA771-21A8-40D4-969F-3799575A76D9}" dt="2025-12-14T20:46:57.293" v="1427" actId="27636"/>
          <ac:spMkLst>
            <pc:docMk/>
            <pc:sldMk cId="3741461598" sldId="324"/>
            <ac:spMk id="2" creationId="{61EB4264-C338-95B1-6D23-B33FCC6B754B}"/>
          </ac:spMkLst>
        </pc:spChg>
        <pc:spChg chg="add del mod">
          <ac:chgData name="Alina Zogota" userId="43eac884b96ed7c6" providerId="LiveId" clId="{012EA771-21A8-40D4-969F-3799575A76D9}" dt="2025-12-14T20:48:30.869" v="1451" actId="1076"/>
          <ac:spMkLst>
            <pc:docMk/>
            <pc:sldMk cId="3741461598" sldId="324"/>
            <ac:spMk id="6" creationId="{E77553A8-28F5-73CE-03F8-82B8E6558F48}"/>
          </ac:spMkLst>
        </pc:spChg>
      </pc:sldChg>
      <pc:sldChg chg="modSp add mod ord">
        <pc:chgData name="Alina Zogota" userId="43eac884b96ed7c6" providerId="LiveId" clId="{012EA771-21A8-40D4-969F-3799575A76D9}" dt="2025-12-28T15:26:08.299" v="1781" actId="14100"/>
        <pc:sldMkLst>
          <pc:docMk/>
          <pc:sldMk cId="2946518974" sldId="325"/>
        </pc:sldMkLst>
        <pc:spChg chg="mod">
          <ac:chgData name="Alina Zogota" userId="43eac884b96ed7c6" providerId="LiveId" clId="{012EA771-21A8-40D4-969F-3799575A76D9}" dt="2025-12-28T15:26:08.299" v="1781" actId="14100"/>
          <ac:spMkLst>
            <pc:docMk/>
            <pc:sldMk cId="2946518974" sldId="325"/>
            <ac:spMk id="2" creationId="{6A17A214-2A8F-ECBB-A44E-874234797864}"/>
          </ac:spMkLst>
        </pc:spChg>
        <pc:spChg chg="mod">
          <ac:chgData name="Alina Zogota" userId="43eac884b96ed7c6" providerId="LiveId" clId="{012EA771-21A8-40D4-969F-3799575A76D9}" dt="2025-12-28T15:23:36.207" v="1760" actId="948"/>
          <ac:spMkLst>
            <pc:docMk/>
            <pc:sldMk cId="2946518974" sldId="325"/>
            <ac:spMk id="7" creationId="{31F614DC-B730-C027-2FF9-2BEEB09DC2FC}"/>
          </ac:spMkLst>
        </pc:spChg>
      </pc:sldChg>
      <pc:sldChg chg="addSp delSp modSp add mod ord">
        <pc:chgData name="Alina Zogota" userId="43eac884b96ed7c6" providerId="LiveId" clId="{012EA771-21A8-40D4-969F-3799575A76D9}" dt="2025-12-28T18:17:22.117" v="1922" actId="1076"/>
        <pc:sldMkLst>
          <pc:docMk/>
          <pc:sldMk cId="3775248424" sldId="326"/>
        </pc:sldMkLst>
        <pc:spChg chg="mod">
          <ac:chgData name="Alina Zogota" userId="43eac884b96ed7c6" providerId="LiveId" clId="{012EA771-21A8-40D4-969F-3799575A76D9}" dt="2025-12-28T18:15:57.772" v="1914" actId="20577"/>
          <ac:spMkLst>
            <pc:docMk/>
            <pc:sldMk cId="3775248424" sldId="326"/>
            <ac:spMk id="2" creationId="{6EC740EC-CF40-1D01-1C55-3960496C51D8}"/>
          </ac:spMkLst>
        </pc:spChg>
        <pc:spChg chg="mod ord">
          <ac:chgData name="Alina Zogota" userId="43eac884b96ed7c6" providerId="LiveId" clId="{012EA771-21A8-40D4-969F-3799575A76D9}" dt="2025-12-28T18:17:03.310" v="1919" actId="26606"/>
          <ac:spMkLst>
            <pc:docMk/>
            <pc:sldMk cId="3775248424" sldId="326"/>
            <ac:spMk id="3" creationId="{C26D2597-3733-3545-B577-BA2A8880445E}"/>
          </ac:spMkLst>
        </pc:spChg>
        <pc:spChg chg="add del">
          <ac:chgData name="Alina Zogota" userId="43eac884b96ed7c6" providerId="LiveId" clId="{012EA771-21A8-40D4-969F-3799575A76D9}" dt="2025-12-28T18:17:03.310" v="1919" actId="26606"/>
          <ac:spMkLst>
            <pc:docMk/>
            <pc:sldMk cId="3775248424" sldId="326"/>
            <ac:spMk id="1183" creationId="{3543228C-C5B5-54E7-2EF7-38F818855CC5}"/>
          </ac:spMkLst>
        </pc:spChg>
        <pc:spChg chg="add del">
          <ac:chgData name="Alina Zogota" userId="43eac884b96ed7c6" providerId="LiveId" clId="{012EA771-21A8-40D4-969F-3799575A76D9}" dt="2025-12-28T18:17:03.310" v="1919" actId="26606"/>
          <ac:spMkLst>
            <pc:docMk/>
            <pc:sldMk cId="3775248424" sldId="326"/>
            <ac:spMk id="1185" creationId="{54C169E4-447A-DD4F-9270-65CD4D949315}"/>
          </ac:spMkLst>
        </pc:spChg>
        <pc:spChg chg="add del">
          <ac:chgData name="Alina Zogota" userId="43eac884b96ed7c6" providerId="LiveId" clId="{012EA771-21A8-40D4-969F-3799575A76D9}" dt="2025-12-28T18:17:03.310" v="1919" actId="26606"/>
          <ac:spMkLst>
            <pc:docMk/>
            <pc:sldMk cId="3775248424" sldId="326"/>
            <ac:spMk id="1187" creationId="{A5E8FB68-07C3-860E-C5AB-C649552B9B53}"/>
          </ac:spMkLst>
        </pc:spChg>
        <pc:spChg chg="add del">
          <ac:chgData name="Alina Zogota" userId="43eac884b96ed7c6" providerId="LiveId" clId="{012EA771-21A8-40D4-969F-3799575A76D9}" dt="2025-12-28T18:17:03.310" v="1919" actId="26606"/>
          <ac:spMkLst>
            <pc:docMk/>
            <pc:sldMk cId="3775248424" sldId="326"/>
            <ac:spMk id="1191" creationId="{92DE8223-8F0D-B20D-0709-DEF8628B1FD5}"/>
          </ac:spMkLst>
        </pc:spChg>
        <pc:spChg chg="add del">
          <ac:chgData name="Alina Zogota" userId="43eac884b96ed7c6" providerId="LiveId" clId="{012EA771-21A8-40D4-969F-3799575A76D9}" dt="2025-12-28T18:17:03.310" v="1919" actId="26606"/>
          <ac:spMkLst>
            <pc:docMk/>
            <pc:sldMk cId="3775248424" sldId="326"/>
            <ac:spMk id="1193" creationId="{B1736D51-3F9D-4771-3B85-8BACBEFBAD7C}"/>
          </ac:spMkLst>
        </pc:spChg>
        <pc:spChg chg="add del">
          <ac:chgData name="Alina Zogota" userId="43eac884b96ed7c6" providerId="LiveId" clId="{012EA771-21A8-40D4-969F-3799575A76D9}" dt="2025-12-28T18:17:03.310" v="1919" actId="26606"/>
          <ac:spMkLst>
            <pc:docMk/>
            <pc:sldMk cId="3775248424" sldId="326"/>
            <ac:spMk id="1200" creationId="{A8384FB5-9ADC-4DDC-881B-597D56F5B15D}"/>
          </ac:spMkLst>
        </pc:spChg>
        <pc:spChg chg="add del">
          <ac:chgData name="Alina Zogota" userId="43eac884b96ed7c6" providerId="LiveId" clId="{012EA771-21A8-40D4-969F-3799575A76D9}" dt="2025-12-28T18:17:03.310" v="1919" actId="26606"/>
          <ac:spMkLst>
            <pc:docMk/>
            <pc:sldMk cId="3775248424" sldId="326"/>
            <ac:spMk id="1202" creationId="{91E5A9A7-95C6-4F4F-B00E-C82E07FE62EF}"/>
          </ac:spMkLst>
        </pc:spChg>
        <pc:spChg chg="add del">
          <ac:chgData name="Alina Zogota" userId="43eac884b96ed7c6" providerId="LiveId" clId="{012EA771-21A8-40D4-969F-3799575A76D9}" dt="2025-12-28T18:17:03.310" v="1919" actId="26606"/>
          <ac:spMkLst>
            <pc:docMk/>
            <pc:sldMk cId="3775248424" sldId="326"/>
            <ac:spMk id="1206" creationId="{85149191-5F60-4A28-AAFF-039F96B0F3EC}"/>
          </ac:spMkLst>
        </pc:spChg>
        <pc:spChg chg="add del">
          <ac:chgData name="Alina Zogota" userId="43eac884b96ed7c6" providerId="LiveId" clId="{012EA771-21A8-40D4-969F-3799575A76D9}" dt="2025-12-28T18:17:03.310" v="1919" actId="26606"/>
          <ac:spMkLst>
            <pc:docMk/>
            <pc:sldMk cId="3775248424" sldId="326"/>
            <ac:spMk id="1208" creationId="{F8260ED5-17F7-4158-B241-D51DD4CF1B7E}"/>
          </ac:spMkLst>
        </pc:spChg>
        <pc:graphicFrameChg chg="del">
          <ac:chgData name="Alina Zogota" userId="43eac884b96ed7c6" providerId="LiveId" clId="{012EA771-21A8-40D4-969F-3799575A76D9}" dt="2025-12-28T18:16:32.071" v="1915" actId="478"/>
          <ac:graphicFrameMkLst>
            <pc:docMk/>
            <pc:sldMk cId="3775248424" sldId="326"/>
            <ac:graphicFrameMk id="4" creationId="{3F7055D3-B5E9-87E1-A886-3667ED88E70D}"/>
          </ac:graphicFrameMkLst>
        </pc:graphicFrameChg>
        <pc:picChg chg="add mod">
          <ac:chgData name="Alina Zogota" userId="43eac884b96ed7c6" providerId="LiveId" clId="{012EA771-21A8-40D4-969F-3799575A76D9}" dt="2025-12-28T18:17:22.117" v="1922" actId="1076"/>
          <ac:picMkLst>
            <pc:docMk/>
            <pc:sldMk cId="3775248424" sldId="326"/>
            <ac:picMk id="6" creationId="{C5FF7AE8-03DF-CCF4-B616-4305678166D4}"/>
          </ac:picMkLst>
        </pc:picChg>
      </pc:sldChg>
      <pc:sldChg chg="addSp delSp modSp add mod ord">
        <pc:chgData name="Alina Zogota" userId="43eac884b96ed7c6" providerId="LiveId" clId="{012EA771-21A8-40D4-969F-3799575A76D9}" dt="2025-12-28T18:32:22.832" v="1945" actId="26606"/>
        <pc:sldMkLst>
          <pc:docMk/>
          <pc:sldMk cId="2037938639" sldId="327"/>
        </pc:sldMkLst>
        <pc:spChg chg="mod">
          <ac:chgData name="Alina Zogota" userId="43eac884b96ed7c6" providerId="LiveId" clId="{012EA771-21A8-40D4-969F-3799575A76D9}" dt="2025-12-28T18:32:22.832" v="1945" actId="26606"/>
          <ac:spMkLst>
            <pc:docMk/>
            <pc:sldMk cId="2037938639" sldId="327"/>
            <ac:spMk id="2" creationId="{BFF8EC8F-542F-FBFF-A866-0B3ADF593902}"/>
          </ac:spMkLst>
        </pc:spChg>
        <pc:spChg chg="mod ord">
          <ac:chgData name="Alina Zogota" userId="43eac884b96ed7c6" providerId="LiveId" clId="{012EA771-21A8-40D4-969F-3799575A76D9}" dt="2025-12-28T18:32:22.832" v="1945" actId="26606"/>
          <ac:spMkLst>
            <pc:docMk/>
            <pc:sldMk cId="2037938639" sldId="327"/>
            <ac:spMk id="3" creationId="{3F0008D1-A366-78B3-6185-C4EC9536A68C}"/>
          </ac:spMkLst>
        </pc:spChg>
        <pc:spChg chg="ord">
          <ac:chgData name="Alina Zogota" userId="43eac884b96ed7c6" providerId="LiveId" clId="{012EA771-21A8-40D4-969F-3799575A76D9}" dt="2025-12-28T18:32:22.832" v="1945" actId="26606"/>
          <ac:spMkLst>
            <pc:docMk/>
            <pc:sldMk cId="2037938639" sldId="327"/>
            <ac:spMk id="5" creationId="{BF96CE42-4D7E-C7C1-E2EF-ACA42D0FE0C3}"/>
          </ac:spMkLst>
        </pc:spChg>
        <pc:spChg chg="del">
          <ac:chgData name="Alina Zogota" userId="43eac884b96ed7c6" providerId="LiveId" clId="{012EA771-21A8-40D4-969F-3799575A76D9}" dt="2025-12-28T18:32:22.832" v="1945" actId="26606"/>
          <ac:spMkLst>
            <pc:docMk/>
            <pc:sldMk cId="2037938639" sldId="327"/>
            <ac:spMk id="1183" creationId="{0EDBBFFC-57FB-DCBA-EBF5-A38159A3542B}"/>
          </ac:spMkLst>
        </pc:spChg>
        <pc:spChg chg="del">
          <ac:chgData name="Alina Zogota" userId="43eac884b96ed7c6" providerId="LiveId" clId="{012EA771-21A8-40D4-969F-3799575A76D9}" dt="2025-12-28T18:32:22.832" v="1945" actId="26606"/>
          <ac:spMkLst>
            <pc:docMk/>
            <pc:sldMk cId="2037938639" sldId="327"/>
            <ac:spMk id="1185" creationId="{47293888-D376-5DBB-7F5F-3EC3CF1E68FB}"/>
          </ac:spMkLst>
        </pc:spChg>
        <pc:spChg chg="del">
          <ac:chgData name="Alina Zogota" userId="43eac884b96ed7c6" providerId="LiveId" clId="{012EA771-21A8-40D4-969F-3799575A76D9}" dt="2025-12-28T18:32:22.832" v="1945" actId="26606"/>
          <ac:spMkLst>
            <pc:docMk/>
            <pc:sldMk cId="2037938639" sldId="327"/>
            <ac:spMk id="1187" creationId="{B1FBE579-E18E-8F60-FD6C-828846677AAF}"/>
          </ac:spMkLst>
        </pc:spChg>
        <pc:spChg chg="del">
          <ac:chgData name="Alina Zogota" userId="43eac884b96ed7c6" providerId="LiveId" clId="{012EA771-21A8-40D4-969F-3799575A76D9}" dt="2025-12-28T18:32:22.832" v="1945" actId="26606"/>
          <ac:spMkLst>
            <pc:docMk/>
            <pc:sldMk cId="2037938639" sldId="327"/>
            <ac:spMk id="1189" creationId="{C1007BB7-E99A-CF1B-644E-F895B1906F10}"/>
          </ac:spMkLst>
        </pc:spChg>
        <pc:spChg chg="del">
          <ac:chgData name="Alina Zogota" userId="43eac884b96ed7c6" providerId="LiveId" clId="{012EA771-21A8-40D4-969F-3799575A76D9}" dt="2025-12-28T18:32:22.832" v="1945" actId="26606"/>
          <ac:spMkLst>
            <pc:docMk/>
            <pc:sldMk cId="2037938639" sldId="327"/>
            <ac:spMk id="1193" creationId="{44726E02-B34E-3EA0-C5F1-AD95C99FA343}"/>
          </ac:spMkLst>
        </pc:spChg>
        <pc:spChg chg="add">
          <ac:chgData name="Alina Zogota" userId="43eac884b96ed7c6" providerId="LiveId" clId="{012EA771-21A8-40D4-969F-3799575A76D9}" dt="2025-12-28T18:32:22.832" v="1945" actId="26606"/>
          <ac:spMkLst>
            <pc:docMk/>
            <pc:sldMk cId="2037938639" sldId="327"/>
            <ac:spMk id="1200" creationId="{F0A604E4-7307-451C-93BE-F1F7E1BF3BF8}"/>
          </ac:spMkLst>
        </pc:spChg>
        <pc:spChg chg="add">
          <ac:chgData name="Alina Zogota" userId="43eac884b96ed7c6" providerId="LiveId" clId="{012EA771-21A8-40D4-969F-3799575A76D9}" dt="2025-12-28T18:32:22.832" v="1945" actId="26606"/>
          <ac:spMkLst>
            <pc:docMk/>
            <pc:sldMk cId="2037938639" sldId="327"/>
            <ac:spMk id="1206" creationId="{E37EECFC-A684-4391-AE85-4CDAF5565F61}"/>
          </ac:spMkLst>
        </pc:spChg>
        <pc:graphicFrameChg chg="del modGraphic">
          <ac:chgData name="Alina Zogota" userId="43eac884b96ed7c6" providerId="LiveId" clId="{012EA771-21A8-40D4-969F-3799575A76D9}" dt="2025-12-28T18:32:12.748" v="1941" actId="478"/>
          <ac:graphicFrameMkLst>
            <pc:docMk/>
            <pc:sldMk cId="2037938639" sldId="327"/>
            <ac:graphicFrameMk id="4" creationId="{0B4B5F52-B205-0469-7B02-E3DC2E7C2BEB}"/>
          </ac:graphicFrameMkLst>
        </pc:graphicFrameChg>
        <pc:picChg chg="add mod">
          <ac:chgData name="Alina Zogota" userId="43eac884b96ed7c6" providerId="LiveId" clId="{012EA771-21A8-40D4-969F-3799575A76D9}" dt="2025-12-28T18:32:21.976" v="1944" actId="14100"/>
          <ac:picMkLst>
            <pc:docMk/>
            <pc:sldMk cId="2037938639" sldId="327"/>
            <ac:picMk id="6" creationId="{C9AB71D0-A464-25C6-1C3B-07FAB94C3209}"/>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BC6411F-68CC-44BF-89E4-88B2170E9BB5}" type="doc">
      <dgm:prSet loTypeId="urn:microsoft.com/office/officeart/2005/8/layout/default" loCatId="list" qsTypeId="urn:microsoft.com/office/officeart/2005/8/quickstyle/simple5" qsCatId="simple" csTypeId="urn:microsoft.com/office/officeart/2005/8/colors/accent0_3" csCatId="mainScheme" phldr="1"/>
      <dgm:spPr/>
      <dgm:t>
        <a:bodyPr/>
        <a:lstStyle/>
        <a:p>
          <a:endParaRPr lang="en-US"/>
        </a:p>
      </dgm:t>
    </dgm:pt>
    <dgm:pt modelId="{185D358C-0360-45CC-B211-F8DAA2CC5E1A}">
      <dgm:prSet/>
      <dgm:spPr/>
      <dgm:t>
        <a:bodyPr/>
        <a:lstStyle/>
        <a:p>
          <a:pPr>
            <a:buNone/>
          </a:pPr>
          <a:r>
            <a:rPr lang="en-US" dirty="0"/>
            <a:t>Cognitive Load Theory</a:t>
          </a:r>
          <a:endParaRPr lang="lv-LV" dirty="0"/>
        </a:p>
      </dgm:t>
    </dgm:pt>
    <dgm:pt modelId="{F40C0FD5-A144-47DC-A73D-A7C8FA55819A}" type="parTrans" cxnId="{8F3BBF22-A59B-4905-917A-F89FBAE63278}">
      <dgm:prSet/>
      <dgm:spPr/>
      <dgm:t>
        <a:bodyPr/>
        <a:lstStyle/>
        <a:p>
          <a:endParaRPr lang="en-US"/>
        </a:p>
      </dgm:t>
    </dgm:pt>
    <dgm:pt modelId="{04B3D7AF-DF84-4791-A56E-781866120DF1}" type="sibTrans" cxnId="{8F3BBF22-A59B-4905-917A-F89FBAE63278}">
      <dgm:prSet/>
      <dgm:spPr/>
      <dgm:t>
        <a:bodyPr/>
        <a:lstStyle/>
        <a:p>
          <a:endParaRPr lang="en-US"/>
        </a:p>
      </dgm:t>
    </dgm:pt>
    <dgm:pt modelId="{4F88286B-F429-411E-9ADF-53B9594D4D58}">
      <dgm:prSet/>
      <dgm:spPr/>
      <dgm:t>
        <a:bodyPr/>
        <a:lstStyle/>
        <a:p>
          <a:r>
            <a:rPr lang="en-US" b="0" dirty="0"/>
            <a:t>Information Architecture</a:t>
          </a:r>
          <a:endParaRPr lang="en-US" dirty="0"/>
        </a:p>
      </dgm:t>
    </dgm:pt>
    <dgm:pt modelId="{A3DA4594-4875-41FC-A8D7-53C8BED5D45A}" type="parTrans" cxnId="{5BB49C35-FA30-4A39-AA90-31F752274EA4}">
      <dgm:prSet/>
      <dgm:spPr/>
      <dgm:t>
        <a:bodyPr/>
        <a:lstStyle/>
        <a:p>
          <a:endParaRPr lang="en-US"/>
        </a:p>
      </dgm:t>
    </dgm:pt>
    <dgm:pt modelId="{CE85F5EE-7CFD-40E0-A005-4643CA58E1E2}" type="sibTrans" cxnId="{5BB49C35-FA30-4A39-AA90-31F752274EA4}">
      <dgm:prSet/>
      <dgm:spPr/>
      <dgm:t>
        <a:bodyPr/>
        <a:lstStyle/>
        <a:p>
          <a:endParaRPr lang="en-US"/>
        </a:p>
      </dgm:t>
    </dgm:pt>
    <dgm:pt modelId="{C8AF1093-25C9-4130-9D50-68EDECDC681A}">
      <dgm:prSet/>
      <dgm:spPr>
        <a:solidFill>
          <a:srgbClr val="08233F"/>
        </a:solidFill>
        <a:ln w="57150">
          <a:solidFill>
            <a:schemeClr val="accent5">
              <a:lumMod val="60000"/>
              <a:lumOff val="40000"/>
            </a:schemeClr>
          </a:solidFill>
        </a:ln>
      </dgm:spPr>
      <dgm:t>
        <a:bodyPr/>
        <a:lstStyle/>
        <a:p>
          <a:r>
            <a:rPr lang="en-US" dirty="0"/>
            <a:t>User Centered design</a:t>
          </a:r>
        </a:p>
      </dgm:t>
    </dgm:pt>
    <dgm:pt modelId="{ED6BE18C-91D0-4479-B109-FB440C283FDE}" type="parTrans" cxnId="{13006B27-0E8F-4E3B-83BC-49D7EED2A451}">
      <dgm:prSet/>
      <dgm:spPr/>
      <dgm:t>
        <a:bodyPr/>
        <a:lstStyle/>
        <a:p>
          <a:endParaRPr lang="en-US"/>
        </a:p>
      </dgm:t>
    </dgm:pt>
    <dgm:pt modelId="{829437F2-1204-4A4B-BC74-27EDCB56CC64}" type="sibTrans" cxnId="{13006B27-0E8F-4E3B-83BC-49D7EED2A451}">
      <dgm:prSet/>
      <dgm:spPr/>
      <dgm:t>
        <a:bodyPr/>
        <a:lstStyle/>
        <a:p>
          <a:endParaRPr lang="en-US"/>
        </a:p>
      </dgm:t>
    </dgm:pt>
    <dgm:pt modelId="{FF3D779A-5040-40A0-B71A-C56F1D74E87F}">
      <dgm:prSet/>
      <dgm:spPr/>
      <dgm:t>
        <a:bodyPr/>
        <a:lstStyle/>
        <a:p>
          <a:r>
            <a:rPr lang="en-US" dirty="0"/>
            <a:t>UX Prototyping &amp; Testing</a:t>
          </a:r>
        </a:p>
      </dgm:t>
    </dgm:pt>
    <dgm:pt modelId="{CE97D095-54D3-47F6-B91D-CF529F9B1C66}" type="parTrans" cxnId="{6EB94FA5-FE81-462E-8FAF-A867F8731B12}">
      <dgm:prSet/>
      <dgm:spPr/>
      <dgm:t>
        <a:bodyPr/>
        <a:lstStyle/>
        <a:p>
          <a:endParaRPr lang="en-US"/>
        </a:p>
      </dgm:t>
    </dgm:pt>
    <dgm:pt modelId="{CCFCC429-1E82-430F-960D-C9B20E576A61}" type="sibTrans" cxnId="{6EB94FA5-FE81-462E-8FAF-A867F8731B12}">
      <dgm:prSet/>
      <dgm:spPr/>
      <dgm:t>
        <a:bodyPr/>
        <a:lstStyle/>
        <a:p>
          <a:endParaRPr lang="en-US"/>
        </a:p>
      </dgm:t>
    </dgm:pt>
    <dgm:pt modelId="{7E0824D8-3F03-4C43-97DD-56CE7E40D329}">
      <dgm:prSet/>
      <dgm:spPr>
        <a:ln w="57150">
          <a:solidFill>
            <a:schemeClr val="accent5">
              <a:lumMod val="60000"/>
              <a:lumOff val="40000"/>
            </a:schemeClr>
          </a:solidFill>
        </a:ln>
      </dgm:spPr>
      <dgm:t>
        <a:bodyPr/>
        <a:lstStyle/>
        <a:p>
          <a:r>
            <a:rPr lang="en-US" b="0" dirty="0"/>
            <a:t>Quantitative Analysis</a:t>
          </a:r>
        </a:p>
      </dgm:t>
    </dgm:pt>
    <dgm:pt modelId="{34C65361-EB01-45D8-9192-F2B28B5C4A15}" type="parTrans" cxnId="{C44C44E6-6AEC-4239-9A5A-DF12616235F6}">
      <dgm:prSet/>
      <dgm:spPr/>
      <dgm:t>
        <a:bodyPr/>
        <a:lstStyle/>
        <a:p>
          <a:endParaRPr lang="en-US"/>
        </a:p>
      </dgm:t>
    </dgm:pt>
    <dgm:pt modelId="{86DDF1F5-B65E-4F21-A123-C0C9D2B9BA85}" type="sibTrans" cxnId="{C44C44E6-6AEC-4239-9A5A-DF12616235F6}">
      <dgm:prSet/>
      <dgm:spPr/>
      <dgm:t>
        <a:bodyPr/>
        <a:lstStyle/>
        <a:p>
          <a:endParaRPr lang="en-US"/>
        </a:p>
      </dgm:t>
    </dgm:pt>
    <dgm:pt modelId="{2C892A1E-AB84-4635-A8A0-D5C47197E3A9}">
      <dgm:prSet/>
      <dgm:spPr/>
      <dgm:t>
        <a:bodyPr/>
        <a:lstStyle/>
        <a:p>
          <a:r>
            <a:rPr lang="en-US" b="0" dirty="0"/>
            <a:t>NLP supported user feedback</a:t>
          </a:r>
        </a:p>
      </dgm:t>
    </dgm:pt>
    <dgm:pt modelId="{0D38765A-956B-4F23-B41C-A473DEC96E07}" type="parTrans" cxnId="{397EBB53-845D-488B-B4B2-E0D590003035}">
      <dgm:prSet/>
      <dgm:spPr/>
      <dgm:t>
        <a:bodyPr/>
        <a:lstStyle/>
        <a:p>
          <a:endParaRPr lang="en-US"/>
        </a:p>
      </dgm:t>
    </dgm:pt>
    <dgm:pt modelId="{5BBD4FC6-8065-459F-9824-D963943075E9}" type="sibTrans" cxnId="{397EBB53-845D-488B-B4B2-E0D590003035}">
      <dgm:prSet/>
      <dgm:spPr/>
      <dgm:t>
        <a:bodyPr/>
        <a:lstStyle/>
        <a:p>
          <a:endParaRPr lang="en-US"/>
        </a:p>
      </dgm:t>
    </dgm:pt>
    <dgm:pt modelId="{CF104ADC-645D-463A-8E5B-AD215B71EF7C}" type="pres">
      <dgm:prSet presAssocID="{6BC6411F-68CC-44BF-89E4-88B2170E9BB5}" presName="diagram" presStyleCnt="0">
        <dgm:presLayoutVars>
          <dgm:dir/>
          <dgm:resizeHandles val="exact"/>
        </dgm:presLayoutVars>
      </dgm:prSet>
      <dgm:spPr/>
    </dgm:pt>
    <dgm:pt modelId="{A0D92E83-3E86-41D5-834B-14DAA7DADD02}" type="pres">
      <dgm:prSet presAssocID="{185D358C-0360-45CC-B211-F8DAA2CC5E1A}" presName="node" presStyleLbl="node1" presStyleIdx="0" presStyleCnt="6">
        <dgm:presLayoutVars>
          <dgm:bulletEnabled val="1"/>
        </dgm:presLayoutVars>
      </dgm:prSet>
      <dgm:spPr/>
    </dgm:pt>
    <dgm:pt modelId="{3AED773C-62B5-431D-8468-A466BA44E8ED}" type="pres">
      <dgm:prSet presAssocID="{04B3D7AF-DF84-4791-A56E-781866120DF1}" presName="sibTrans" presStyleCnt="0"/>
      <dgm:spPr/>
    </dgm:pt>
    <dgm:pt modelId="{35EB102F-293B-46AD-A876-F196846173AC}" type="pres">
      <dgm:prSet presAssocID="{4F88286B-F429-411E-9ADF-53B9594D4D58}" presName="node" presStyleLbl="node1" presStyleIdx="1" presStyleCnt="6">
        <dgm:presLayoutVars>
          <dgm:bulletEnabled val="1"/>
        </dgm:presLayoutVars>
      </dgm:prSet>
      <dgm:spPr/>
    </dgm:pt>
    <dgm:pt modelId="{AD677D20-00F5-4761-BEF9-44A2EDA3B25B}" type="pres">
      <dgm:prSet presAssocID="{CE85F5EE-7CFD-40E0-A005-4643CA58E1E2}" presName="sibTrans" presStyleCnt="0"/>
      <dgm:spPr/>
    </dgm:pt>
    <dgm:pt modelId="{0250C6D1-B426-43DE-AB91-C7F1E46A8036}" type="pres">
      <dgm:prSet presAssocID="{C8AF1093-25C9-4130-9D50-68EDECDC681A}" presName="node" presStyleLbl="node1" presStyleIdx="2" presStyleCnt="6" custLinFactX="-10000" custLinFactY="17797" custLinFactNeighborX="-100000" custLinFactNeighborY="100000">
        <dgm:presLayoutVars>
          <dgm:bulletEnabled val="1"/>
        </dgm:presLayoutVars>
      </dgm:prSet>
      <dgm:spPr/>
    </dgm:pt>
    <dgm:pt modelId="{108D8F83-FAF5-49CA-9E48-71821828B348}" type="pres">
      <dgm:prSet presAssocID="{829437F2-1204-4A4B-BC74-27EDCB56CC64}" presName="sibTrans" presStyleCnt="0"/>
      <dgm:spPr/>
    </dgm:pt>
    <dgm:pt modelId="{0FAE4D77-96B0-4765-B6B7-A3E9B9C52587}" type="pres">
      <dgm:prSet presAssocID="{7E0824D8-3F03-4C43-97DD-56CE7E40D329}" presName="node" presStyleLbl="node1" presStyleIdx="3" presStyleCnt="6" custLinFactX="100000" custLinFactY="-17333" custLinFactNeighborX="120000" custLinFactNeighborY="-100000">
        <dgm:presLayoutVars>
          <dgm:bulletEnabled val="1"/>
        </dgm:presLayoutVars>
      </dgm:prSet>
      <dgm:spPr/>
    </dgm:pt>
    <dgm:pt modelId="{F5FCC069-B1B1-4F2A-A4C1-69DF5821F5CA}" type="pres">
      <dgm:prSet presAssocID="{86DDF1F5-B65E-4F21-A123-C0C9D2B9BA85}" presName="sibTrans" presStyleCnt="0"/>
      <dgm:spPr/>
    </dgm:pt>
    <dgm:pt modelId="{B8886C89-8F69-4741-AF28-1839BE0708F9}" type="pres">
      <dgm:prSet presAssocID="{2C892A1E-AB84-4635-A8A0-D5C47197E3A9}" presName="node" presStyleLbl="node1" presStyleIdx="4" presStyleCnt="6" custLinFactX="-10000" custLinFactNeighborX="-100000" custLinFactNeighborY="2013">
        <dgm:presLayoutVars>
          <dgm:bulletEnabled val="1"/>
        </dgm:presLayoutVars>
      </dgm:prSet>
      <dgm:spPr/>
    </dgm:pt>
    <dgm:pt modelId="{E090F14D-06EA-4FF9-8C1C-9511CDD6B3D0}" type="pres">
      <dgm:prSet presAssocID="{5BBD4FC6-8065-459F-9824-D963943075E9}" presName="sibTrans" presStyleCnt="0"/>
      <dgm:spPr/>
    </dgm:pt>
    <dgm:pt modelId="{AABD07F5-AA2A-43D2-AA8F-18620077CB6C}" type="pres">
      <dgm:prSet presAssocID="{FF3D779A-5040-40A0-B71A-C56F1D74E87F}" presName="node" presStyleLbl="node1" presStyleIdx="5" presStyleCnt="6">
        <dgm:presLayoutVars>
          <dgm:bulletEnabled val="1"/>
        </dgm:presLayoutVars>
      </dgm:prSet>
      <dgm:spPr/>
    </dgm:pt>
  </dgm:ptLst>
  <dgm:cxnLst>
    <dgm:cxn modelId="{8F3BBF22-A59B-4905-917A-F89FBAE63278}" srcId="{6BC6411F-68CC-44BF-89E4-88B2170E9BB5}" destId="{185D358C-0360-45CC-B211-F8DAA2CC5E1A}" srcOrd="0" destOrd="0" parTransId="{F40C0FD5-A144-47DC-A73D-A7C8FA55819A}" sibTransId="{04B3D7AF-DF84-4791-A56E-781866120DF1}"/>
    <dgm:cxn modelId="{13006B27-0E8F-4E3B-83BC-49D7EED2A451}" srcId="{6BC6411F-68CC-44BF-89E4-88B2170E9BB5}" destId="{C8AF1093-25C9-4130-9D50-68EDECDC681A}" srcOrd="2" destOrd="0" parTransId="{ED6BE18C-91D0-4479-B109-FB440C283FDE}" sibTransId="{829437F2-1204-4A4B-BC74-27EDCB56CC64}"/>
    <dgm:cxn modelId="{5BB49C35-FA30-4A39-AA90-31F752274EA4}" srcId="{6BC6411F-68CC-44BF-89E4-88B2170E9BB5}" destId="{4F88286B-F429-411E-9ADF-53B9594D4D58}" srcOrd="1" destOrd="0" parTransId="{A3DA4594-4875-41FC-A8D7-53C8BED5D45A}" sibTransId="{CE85F5EE-7CFD-40E0-A005-4643CA58E1E2}"/>
    <dgm:cxn modelId="{397EBB53-845D-488B-B4B2-E0D590003035}" srcId="{6BC6411F-68CC-44BF-89E4-88B2170E9BB5}" destId="{2C892A1E-AB84-4635-A8A0-D5C47197E3A9}" srcOrd="4" destOrd="0" parTransId="{0D38765A-956B-4F23-B41C-A473DEC96E07}" sibTransId="{5BBD4FC6-8065-459F-9824-D963943075E9}"/>
    <dgm:cxn modelId="{9C291E8F-4C48-4D79-9350-6D6F3A12FE0D}" type="presOf" srcId="{4F88286B-F429-411E-9ADF-53B9594D4D58}" destId="{35EB102F-293B-46AD-A876-F196846173AC}" srcOrd="0" destOrd="0" presId="urn:microsoft.com/office/officeart/2005/8/layout/default"/>
    <dgm:cxn modelId="{6EB94FA5-FE81-462E-8FAF-A867F8731B12}" srcId="{6BC6411F-68CC-44BF-89E4-88B2170E9BB5}" destId="{FF3D779A-5040-40A0-B71A-C56F1D74E87F}" srcOrd="5" destOrd="0" parTransId="{CE97D095-54D3-47F6-B91D-CF529F9B1C66}" sibTransId="{CCFCC429-1E82-430F-960D-C9B20E576A61}"/>
    <dgm:cxn modelId="{15C6F2BA-4C72-46A8-ACF4-4EDEC0699AA7}" type="presOf" srcId="{2C892A1E-AB84-4635-A8A0-D5C47197E3A9}" destId="{B8886C89-8F69-4741-AF28-1839BE0708F9}" srcOrd="0" destOrd="0" presId="urn:microsoft.com/office/officeart/2005/8/layout/default"/>
    <dgm:cxn modelId="{27828ABD-C464-4603-BA8A-C870A6F1DF31}" type="presOf" srcId="{C8AF1093-25C9-4130-9D50-68EDECDC681A}" destId="{0250C6D1-B426-43DE-AB91-C7F1E46A8036}" srcOrd="0" destOrd="0" presId="urn:microsoft.com/office/officeart/2005/8/layout/default"/>
    <dgm:cxn modelId="{D7CDA1C1-FF35-4266-ADA9-90F057244C1F}" type="presOf" srcId="{7E0824D8-3F03-4C43-97DD-56CE7E40D329}" destId="{0FAE4D77-96B0-4765-B6B7-A3E9B9C52587}" srcOrd="0" destOrd="0" presId="urn:microsoft.com/office/officeart/2005/8/layout/default"/>
    <dgm:cxn modelId="{361297CD-FEF4-44DE-A0A1-159CB6BBE966}" type="presOf" srcId="{FF3D779A-5040-40A0-B71A-C56F1D74E87F}" destId="{AABD07F5-AA2A-43D2-AA8F-18620077CB6C}" srcOrd="0" destOrd="0" presId="urn:microsoft.com/office/officeart/2005/8/layout/default"/>
    <dgm:cxn modelId="{F1FF49DC-3546-4F8C-89BD-30B320C2B16C}" type="presOf" srcId="{185D358C-0360-45CC-B211-F8DAA2CC5E1A}" destId="{A0D92E83-3E86-41D5-834B-14DAA7DADD02}" srcOrd="0" destOrd="0" presId="urn:microsoft.com/office/officeart/2005/8/layout/default"/>
    <dgm:cxn modelId="{C44C44E6-6AEC-4239-9A5A-DF12616235F6}" srcId="{6BC6411F-68CC-44BF-89E4-88B2170E9BB5}" destId="{7E0824D8-3F03-4C43-97DD-56CE7E40D329}" srcOrd="3" destOrd="0" parTransId="{34C65361-EB01-45D8-9192-F2B28B5C4A15}" sibTransId="{86DDF1F5-B65E-4F21-A123-C0C9D2B9BA85}"/>
    <dgm:cxn modelId="{335C84FF-AFC8-4954-8442-CD93A4E24BB2}" type="presOf" srcId="{6BC6411F-68CC-44BF-89E4-88B2170E9BB5}" destId="{CF104ADC-645D-463A-8E5B-AD215B71EF7C}" srcOrd="0" destOrd="0" presId="urn:microsoft.com/office/officeart/2005/8/layout/default"/>
    <dgm:cxn modelId="{0909406F-C9F4-42D1-B20C-40DF5759AADB}" type="presParOf" srcId="{CF104ADC-645D-463A-8E5B-AD215B71EF7C}" destId="{A0D92E83-3E86-41D5-834B-14DAA7DADD02}" srcOrd="0" destOrd="0" presId="urn:microsoft.com/office/officeart/2005/8/layout/default"/>
    <dgm:cxn modelId="{8DA2FD95-A514-425E-9039-48F91B9F198B}" type="presParOf" srcId="{CF104ADC-645D-463A-8E5B-AD215B71EF7C}" destId="{3AED773C-62B5-431D-8468-A466BA44E8ED}" srcOrd="1" destOrd="0" presId="urn:microsoft.com/office/officeart/2005/8/layout/default"/>
    <dgm:cxn modelId="{807BC018-BE8C-4D1D-A7FB-F0534BE69F4C}" type="presParOf" srcId="{CF104ADC-645D-463A-8E5B-AD215B71EF7C}" destId="{35EB102F-293B-46AD-A876-F196846173AC}" srcOrd="2" destOrd="0" presId="urn:microsoft.com/office/officeart/2005/8/layout/default"/>
    <dgm:cxn modelId="{67BF3E76-8CF3-4E14-A233-94D6BBEABCC3}" type="presParOf" srcId="{CF104ADC-645D-463A-8E5B-AD215B71EF7C}" destId="{AD677D20-00F5-4761-BEF9-44A2EDA3B25B}" srcOrd="3" destOrd="0" presId="urn:microsoft.com/office/officeart/2005/8/layout/default"/>
    <dgm:cxn modelId="{3FD39FA1-A027-47D0-98B1-D28EEB83D61F}" type="presParOf" srcId="{CF104ADC-645D-463A-8E5B-AD215B71EF7C}" destId="{0250C6D1-B426-43DE-AB91-C7F1E46A8036}" srcOrd="4" destOrd="0" presId="urn:microsoft.com/office/officeart/2005/8/layout/default"/>
    <dgm:cxn modelId="{B20A4B50-E657-4E9D-8EE0-16ACF94B936A}" type="presParOf" srcId="{CF104ADC-645D-463A-8E5B-AD215B71EF7C}" destId="{108D8F83-FAF5-49CA-9E48-71821828B348}" srcOrd="5" destOrd="0" presId="urn:microsoft.com/office/officeart/2005/8/layout/default"/>
    <dgm:cxn modelId="{FB0D66A9-AAD2-4C17-A36A-18F9A8C0F043}" type="presParOf" srcId="{CF104ADC-645D-463A-8E5B-AD215B71EF7C}" destId="{0FAE4D77-96B0-4765-B6B7-A3E9B9C52587}" srcOrd="6" destOrd="0" presId="urn:microsoft.com/office/officeart/2005/8/layout/default"/>
    <dgm:cxn modelId="{76908C1C-C940-4DB9-A35C-D81965837729}" type="presParOf" srcId="{CF104ADC-645D-463A-8E5B-AD215B71EF7C}" destId="{F5FCC069-B1B1-4F2A-A4C1-69DF5821F5CA}" srcOrd="7" destOrd="0" presId="urn:microsoft.com/office/officeart/2005/8/layout/default"/>
    <dgm:cxn modelId="{FD5151C3-ABB0-427A-87AF-700CB6EFA8D5}" type="presParOf" srcId="{CF104ADC-645D-463A-8E5B-AD215B71EF7C}" destId="{B8886C89-8F69-4741-AF28-1839BE0708F9}" srcOrd="8" destOrd="0" presId="urn:microsoft.com/office/officeart/2005/8/layout/default"/>
    <dgm:cxn modelId="{2F62B9BF-BB1F-4CFD-8E73-1AC775097224}" type="presParOf" srcId="{CF104ADC-645D-463A-8E5B-AD215B71EF7C}" destId="{E090F14D-06EA-4FF9-8C1C-9511CDD6B3D0}" srcOrd="9" destOrd="0" presId="urn:microsoft.com/office/officeart/2005/8/layout/default"/>
    <dgm:cxn modelId="{94DE4D62-F14A-4931-8A98-CA402FFCE381}" type="presParOf" srcId="{CF104ADC-645D-463A-8E5B-AD215B71EF7C}" destId="{AABD07F5-AA2A-43D2-AA8F-18620077CB6C}"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BC6411F-68CC-44BF-89E4-88B2170E9BB5}" type="doc">
      <dgm:prSet loTypeId="urn:microsoft.com/office/officeart/2005/8/layout/default" loCatId="list" qsTypeId="urn:microsoft.com/office/officeart/2005/8/quickstyle/simple5" qsCatId="simple" csTypeId="urn:microsoft.com/office/officeart/2005/8/colors/accent0_3" csCatId="mainScheme" phldr="1"/>
      <dgm:spPr/>
      <dgm:t>
        <a:bodyPr/>
        <a:lstStyle/>
        <a:p>
          <a:endParaRPr lang="en-US"/>
        </a:p>
      </dgm:t>
    </dgm:pt>
    <dgm:pt modelId="{185D358C-0360-45CC-B211-F8DAA2CC5E1A}">
      <dgm:prSet custT="1"/>
      <dgm:spPr/>
      <dgm:t>
        <a:bodyPr/>
        <a:lstStyle/>
        <a:p>
          <a:pPr>
            <a:buNone/>
          </a:pPr>
          <a:r>
            <a:rPr lang="en-US" sz="3600" dirty="0"/>
            <a:t>Reduce extraneous load</a:t>
          </a:r>
          <a:endParaRPr lang="lv-LV" sz="3600" dirty="0"/>
        </a:p>
      </dgm:t>
    </dgm:pt>
    <dgm:pt modelId="{F40C0FD5-A144-47DC-A73D-A7C8FA55819A}" type="parTrans" cxnId="{8F3BBF22-A59B-4905-917A-F89FBAE63278}">
      <dgm:prSet/>
      <dgm:spPr/>
      <dgm:t>
        <a:bodyPr/>
        <a:lstStyle/>
        <a:p>
          <a:endParaRPr lang="en-US"/>
        </a:p>
      </dgm:t>
    </dgm:pt>
    <dgm:pt modelId="{04B3D7AF-DF84-4791-A56E-781866120DF1}" type="sibTrans" cxnId="{8F3BBF22-A59B-4905-917A-F89FBAE63278}">
      <dgm:prSet/>
      <dgm:spPr/>
      <dgm:t>
        <a:bodyPr/>
        <a:lstStyle/>
        <a:p>
          <a:endParaRPr lang="en-US"/>
        </a:p>
      </dgm:t>
    </dgm:pt>
    <dgm:pt modelId="{4F88286B-F429-411E-9ADF-53B9594D4D58}">
      <dgm:prSet custT="1"/>
      <dgm:spPr/>
      <dgm:t>
        <a:bodyPr/>
        <a:lstStyle/>
        <a:p>
          <a:r>
            <a:rPr lang="en-US" sz="3600" b="0" dirty="0"/>
            <a:t>Shorten workflow paths</a:t>
          </a:r>
          <a:endParaRPr lang="en-US" sz="3600" dirty="0"/>
        </a:p>
      </dgm:t>
    </dgm:pt>
    <dgm:pt modelId="{A3DA4594-4875-41FC-A8D7-53C8BED5D45A}" type="parTrans" cxnId="{5BB49C35-FA30-4A39-AA90-31F752274EA4}">
      <dgm:prSet/>
      <dgm:spPr/>
      <dgm:t>
        <a:bodyPr/>
        <a:lstStyle/>
        <a:p>
          <a:endParaRPr lang="en-US"/>
        </a:p>
      </dgm:t>
    </dgm:pt>
    <dgm:pt modelId="{CE85F5EE-7CFD-40E0-A005-4643CA58E1E2}" type="sibTrans" cxnId="{5BB49C35-FA30-4A39-AA90-31F752274EA4}">
      <dgm:prSet/>
      <dgm:spPr/>
      <dgm:t>
        <a:bodyPr/>
        <a:lstStyle/>
        <a:p>
          <a:endParaRPr lang="en-US"/>
        </a:p>
      </dgm:t>
    </dgm:pt>
    <dgm:pt modelId="{C8AF1093-25C9-4130-9D50-68EDECDC681A}">
      <dgm:prSet custT="1"/>
      <dgm:spPr>
        <a:solidFill>
          <a:srgbClr val="08233F"/>
        </a:solidFill>
        <a:ln w="57150">
          <a:solidFill>
            <a:schemeClr val="accent5">
              <a:lumMod val="60000"/>
              <a:lumOff val="40000"/>
            </a:schemeClr>
          </a:solidFill>
        </a:ln>
      </dgm:spPr>
      <dgm:t>
        <a:bodyPr/>
        <a:lstStyle/>
        <a:p>
          <a:r>
            <a:rPr lang="en-US" sz="3600" dirty="0"/>
            <a:t>Clear labels</a:t>
          </a:r>
        </a:p>
      </dgm:t>
    </dgm:pt>
    <dgm:pt modelId="{ED6BE18C-91D0-4479-B109-FB440C283FDE}" type="parTrans" cxnId="{13006B27-0E8F-4E3B-83BC-49D7EED2A451}">
      <dgm:prSet/>
      <dgm:spPr/>
      <dgm:t>
        <a:bodyPr/>
        <a:lstStyle/>
        <a:p>
          <a:endParaRPr lang="en-US"/>
        </a:p>
      </dgm:t>
    </dgm:pt>
    <dgm:pt modelId="{829437F2-1204-4A4B-BC74-27EDCB56CC64}" type="sibTrans" cxnId="{13006B27-0E8F-4E3B-83BC-49D7EED2A451}">
      <dgm:prSet/>
      <dgm:spPr/>
      <dgm:t>
        <a:bodyPr/>
        <a:lstStyle/>
        <a:p>
          <a:endParaRPr lang="en-US"/>
        </a:p>
      </dgm:t>
    </dgm:pt>
    <dgm:pt modelId="{FF3D779A-5040-40A0-B71A-C56F1D74E87F}">
      <dgm:prSet custT="1"/>
      <dgm:spPr/>
      <dgm:t>
        <a:bodyPr/>
        <a:lstStyle/>
        <a:p>
          <a:r>
            <a:rPr lang="en-US" sz="3600" dirty="0" err="1"/>
            <a:t>Accessabilty</a:t>
          </a:r>
          <a:endParaRPr lang="en-US" sz="4100" dirty="0"/>
        </a:p>
      </dgm:t>
    </dgm:pt>
    <dgm:pt modelId="{CE97D095-54D3-47F6-B91D-CF529F9B1C66}" type="parTrans" cxnId="{6EB94FA5-FE81-462E-8FAF-A867F8731B12}">
      <dgm:prSet/>
      <dgm:spPr/>
      <dgm:t>
        <a:bodyPr/>
        <a:lstStyle/>
        <a:p>
          <a:endParaRPr lang="en-US"/>
        </a:p>
      </dgm:t>
    </dgm:pt>
    <dgm:pt modelId="{CCFCC429-1E82-430F-960D-C9B20E576A61}" type="sibTrans" cxnId="{6EB94FA5-FE81-462E-8FAF-A867F8731B12}">
      <dgm:prSet/>
      <dgm:spPr/>
      <dgm:t>
        <a:bodyPr/>
        <a:lstStyle/>
        <a:p>
          <a:endParaRPr lang="en-US"/>
        </a:p>
      </dgm:t>
    </dgm:pt>
    <dgm:pt modelId="{7E0824D8-3F03-4C43-97DD-56CE7E40D329}">
      <dgm:prSet custT="1"/>
      <dgm:spPr>
        <a:ln w="57150">
          <a:solidFill>
            <a:schemeClr val="accent5">
              <a:lumMod val="60000"/>
              <a:lumOff val="40000"/>
            </a:schemeClr>
          </a:solidFill>
        </a:ln>
      </dgm:spPr>
      <dgm:t>
        <a:bodyPr/>
        <a:lstStyle/>
        <a:p>
          <a:r>
            <a:rPr lang="en-US" sz="3600" b="0" dirty="0"/>
            <a:t>Stable layouts</a:t>
          </a:r>
        </a:p>
      </dgm:t>
    </dgm:pt>
    <dgm:pt modelId="{34C65361-EB01-45D8-9192-F2B28B5C4A15}" type="parTrans" cxnId="{C44C44E6-6AEC-4239-9A5A-DF12616235F6}">
      <dgm:prSet/>
      <dgm:spPr/>
      <dgm:t>
        <a:bodyPr/>
        <a:lstStyle/>
        <a:p>
          <a:endParaRPr lang="en-US"/>
        </a:p>
      </dgm:t>
    </dgm:pt>
    <dgm:pt modelId="{86DDF1F5-B65E-4F21-A123-C0C9D2B9BA85}" type="sibTrans" cxnId="{C44C44E6-6AEC-4239-9A5A-DF12616235F6}">
      <dgm:prSet/>
      <dgm:spPr/>
      <dgm:t>
        <a:bodyPr/>
        <a:lstStyle/>
        <a:p>
          <a:endParaRPr lang="en-US"/>
        </a:p>
      </dgm:t>
    </dgm:pt>
    <dgm:pt modelId="{2C892A1E-AB84-4635-A8A0-D5C47197E3A9}">
      <dgm:prSet custT="1"/>
      <dgm:spPr/>
      <dgm:t>
        <a:bodyPr/>
        <a:lstStyle/>
        <a:p>
          <a:r>
            <a:rPr lang="en-US" sz="3600" b="0" dirty="0"/>
            <a:t>Device</a:t>
          </a:r>
          <a:r>
            <a:rPr lang="en-US" sz="4100" b="0" dirty="0"/>
            <a:t> specific logic</a:t>
          </a:r>
        </a:p>
      </dgm:t>
    </dgm:pt>
    <dgm:pt modelId="{0D38765A-956B-4F23-B41C-A473DEC96E07}" type="parTrans" cxnId="{397EBB53-845D-488B-B4B2-E0D590003035}">
      <dgm:prSet/>
      <dgm:spPr/>
      <dgm:t>
        <a:bodyPr/>
        <a:lstStyle/>
        <a:p>
          <a:endParaRPr lang="en-US"/>
        </a:p>
      </dgm:t>
    </dgm:pt>
    <dgm:pt modelId="{5BBD4FC6-8065-459F-9824-D963943075E9}" type="sibTrans" cxnId="{397EBB53-845D-488B-B4B2-E0D590003035}">
      <dgm:prSet/>
      <dgm:spPr/>
      <dgm:t>
        <a:bodyPr/>
        <a:lstStyle/>
        <a:p>
          <a:endParaRPr lang="en-US"/>
        </a:p>
      </dgm:t>
    </dgm:pt>
    <dgm:pt modelId="{CF104ADC-645D-463A-8E5B-AD215B71EF7C}" type="pres">
      <dgm:prSet presAssocID="{6BC6411F-68CC-44BF-89E4-88B2170E9BB5}" presName="diagram" presStyleCnt="0">
        <dgm:presLayoutVars>
          <dgm:dir/>
          <dgm:resizeHandles val="exact"/>
        </dgm:presLayoutVars>
      </dgm:prSet>
      <dgm:spPr/>
    </dgm:pt>
    <dgm:pt modelId="{A0D92E83-3E86-41D5-834B-14DAA7DADD02}" type="pres">
      <dgm:prSet presAssocID="{185D358C-0360-45CC-B211-F8DAA2CC5E1A}" presName="node" presStyleLbl="node1" presStyleIdx="0" presStyleCnt="6">
        <dgm:presLayoutVars>
          <dgm:bulletEnabled val="1"/>
        </dgm:presLayoutVars>
      </dgm:prSet>
      <dgm:spPr/>
    </dgm:pt>
    <dgm:pt modelId="{3AED773C-62B5-431D-8468-A466BA44E8ED}" type="pres">
      <dgm:prSet presAssocID="{04B3D7AF-DF84-4791-A56E-781866120DF1}" presName="sibTrans" presStyleCnt="0"/>
      <dgm:spPr/>
    </dgm:pt>
    <dgm:pt modelId="{35EB102F-293B-46AD-A876-F196846173AC}" type="pres">
      <dgm:prSet presAssocID="{4F88286B-F429-411E-9ADF-53B9594D4D58}" presName="node" presStyleLbl="node1" presStyleIdx="1" presStyleCnt="6">
        <dgm:presLayoutVars>
          <dgm:bulletEnabled val="1"/>
        </dgm:presLayoutVars>
      </dgm:prSet>
      <dgm:spPr/>
    </dgm:pt>
    <dgm:pt modelId="{AD677D20-00F5-4761-BEF9-44A2EDA3B25B}" type="pres">
      <dgm:prSet presAssocID="{CE85F5EE-7CFD-40E0-A005-4643CA58E1E2}" presName="sibTrans" presStyleCnt="0"/>
      <dgm:spPr/>
    </dgm:pt>
    <dgm:pt modelId="{0250C6D1-B426-43DE-AB91-C7F1E46A8036}" type="pres">
      <dgm:prSet presAssocID="{C8AF1093-25C9-4130-9D50-68EDECDC681A}" presName="node" presStyleLbl="node1" presStyleIdx="2" presStyleCnt="6">
        <dgm:presLayoutVars>
          <dgm:bulletEnabled val="1"/>
        </dgm:presLayoutVars>
      </dgm:prSet>
      <dgm:spPr/>
    </dgm:pt>
    <dgm:pt modelId="{108D8F83-FAF5-49CA-9E48-71821828B348}" type="pres">
      <dgm:prSet presAssocID="{829437F2-1204-4A4B-BC74-27EDCB56CC64}" presName="sibTrans" presStyleCnt="0"/>
      <dgm:spPr/>
    </dgm:pt>
    <dgm:pt modelId="{0FAE4D77-96B0-4765-B6B7-A3E9B9C52587}" type="pres">
      <dgm:prSet presAssocID="{7E0824D8-3F03-4C43-97DD-56CE7E40D329}" presName="node" presStyleLbl="node1" presStyleIdx="3" presStyleCnt="6">
        <dgm:presLayoutVars>
          <dgm:bulletEnabled val="1"/>
        </dgm:presLayoutVars>
      </dgm:prSet>
      <dgm:spPr/>
    </dgm:pt>
    <dgm:pt modelId="{F5FCC069-B1B1-4F2A-A4C1-69DF5821F5CA}" type="pres">
      <dgm:prSet presAssocID="{86DDF1F5-B65E-4F21-A123-C0C9D2B9BA85}" presName="sibTrans" presStyleCnt="0"/>
      <dgm:spPr/>
    </dgm:pt>
    <dgm:pt modelId="{B8886C89-8F69-4741-AF28-1839BE0708F9}" type="pres">
      <dgm:prSet presAssocID="{2C892A1E-AB84-4635-A8A0-D5C47197E3A9}" presName="node" presStyleLbl="node1" presStyleIdx="4" presStyleCnt="6">
        <dgm:presLayoutVars>
          <dgm:bulletEnabled val="1"/>
        </dgm:presLayoutVars>
      </dgm:prSet>
      <dgm:spPr/>
    </dgm:pt>
    <dgm:pt modelId="{E090F14D-06EA-4FF9-8C1C-9511CDD6B3D0}" type="pres">
      <dgm:prSet presAssocID="{5BBD4FC6-8065-459F-9824-D963943075E9}" presName="sibTrans" presStyleCnt="0"/>
      <dgm:spPr/>
    </dgm:pt>
    <dgm:pt modelId="{AABD07F5-AA2A-43D2-AA8F-18620077CB6C}" type="pres">
      <dgm:prSet presAssocID="{FF3D779A-5040-40A0-B71A-C56F1D74E87F}" presName="node" presStyleLbl="node1" presStyleIdx="5" presStyleCnt="6">
        <dgm:presLayoutVars>
          <dgm:bulletEnabled val="1"/>
        </dgm:presLayoutVars>
      </dgm:prSet>
      <dgm:spPr/>
    </dgm:pt>
  </dgm:ptLst>
  <dgm:cxnLst>
    <dgm:cxn modelId="{8F3BBF22-A59B-4905-917A-F89FBAE63278}" srcId="{6BC6411F-68CC-44BF-89E4-88B2170E9BB5}" destId="{185D358C-0360-45CC-B211-F8DAA2CC5E1A}" srcOrd="0" destOrd="0" parTransId="{F40C0FD5-A144-47DC-A73D-A7C8FA55819A}" sibTransId="{04B3D7AF-DF84-4791-A56E-781866120DF1}"/>
    <dgm:cxn modelId="{13006B27-0E8F-4E3B-83BC-49D7EED2A451}" srcId="{6BC6411F-68CC-44BF-89E4-88B2170E9BB5}" destId="{C8AF1093-25C9-4130-9D50-68EDECDC681A}" srcOrd="2" destOrd="0" parTransId="{ED6BE18C-91D0-4479-B109-FB440C283FDE}" sibTransId="{829437F2-1204-4A4B-BC74-27EDCB56CC64}"/>
    <dgm:cxn modelId="{5BB49C35-FA30-4A39-AA90-31F752274EA4}" srcId="{6BC6411F-68CC-44BF-89E4-88B2170E9BB5}" destId="{4F88286B-F429-411E-9ADF-53B9594D4D58}" srcOrd="1" destOrd="0" parTransId="{A3DA4594-4875-41FC-A8D7-53C8BED5D45A}" sibTransId="{CE85F5EE-7CFD-40E0-A005-4643CA58E1E2}"/>
    <dgm:cxn modelId="{397EBB53-845D-488B-B4B2-E0D590003035}" srcId="{6BC6411F-68CC-44BF-89E4-88B2170E9BB5}" destId="{2C892A1E-AB84-4635-A8A0-D5C47197E3A9}" srcOrd="4" destOrd="0" parTransId="{0D38765A-956B-4F23-B41C-A473DEC96E07}" sibTransId="{5BBD4FC6-8065-459F-9824-D963943075E9}"/>
    <dgm:cxn modelId="{9C291E8F-4C48-4D79-9350-6D6F3A12FE0D}" type="presOf" srcId="{4F88286B-F429-411E-9ADF-53B9594D4D58}" destId="{35EB102F-293B-46AD-A876-F196846173AC}" srcOrd="0" destOrd="0" presId="urn:microsoft.com/office/officeart/2005/8/layout/default"/>
    <dgm:cxn modelId="{6EB94FA5-FE81-462E-8FAF-A867F8731B12}" srcId="{6BC6411F-68CC-44BF-89E4-88B2170E9BB5}" destId="{FF3D779A-5040-40A0-B71A-C56F1D74E87F}" srcOrd="5" destOrd="0" parTransId="{CE97D095-54D3-47F6-B91D-CF529F9B1C66}" sibTransId="{CCFCC429-1E82-430F-960D-C9B20E576A61}"/>
    <dgm:cxn modelId="{15C6F2BA-4C72-46A8-ACF4-4EDEC0699AA7}" type="presOf" srcId="{2C892A1E-AB84-4635-A8A0-D5C47197E3A9}" destId="{B8886C89-8F69-4741-AF28-1839BE0708F9}" srcOrd="0" destOrd="0" presId="urn:microsoft.com/office/officeart/2005/8/layout/default"/>
    <dgm:cxn modelId="{27828ABD-C464-4603-BA8A-C870A6F1DF31}" type="presOf" srcId="{C8AF1093-25C9-4130-9D50-68EDECDC681A}" destId="{0250C6D1-B426-43DE-AB91-C7F1E46A8036}" srcOrd="0" destOrd="0" presId="urn:microsoft.com/office/officeart/2005/8/layout/default"/>
    <dgm:cxn modelId="{D7CDA1C1-FF35-4266-ADA9-90F057244C1F}" type="presOf" srcId="{7E0824D8-3F03-4C43-97DD-56CE7E40D329}" destId="{0FAE4D77-96B0-4765-B6B7-A3E9B9C52587}" srcOrd="0" destOrd="0" presId="urn:microsoft.com/office/officeart/2005/8/layout/default"/>
    <dgm:cxn modelId="{361297CD-FEF4-44DE-A0A1-159CB6BBE966}" type="presOf" srcId="{FF3D779A-5040-40A0-B71A-C56F1D74E87F}" destId="{AABD07F5-AA2A-43D2-AA8F-18620077CB6C}" srcOrd="0" destOrd="0" presId="urn:microsoft.com/office/officeart/2005/8/layout/default"/>
    <dgm:cxn modelId="{F1FF49DC-3546-4F8C-89BD-30B320C2B16C}" type="presOf" srcId="{185D358C-0360-45CC-B211-F8DAA2CC5E1A}" destId="{A0D92E83-3E86-41D5-834B-14DAA7DADD02}" srcOrd="0" destOrd="0" presId="urn:microsoft.com/office/officeart/2005/8/layout/default"/>
    <dgm:cxn modelId="{C44C44E6-6AEC-4239-9A5A-DF12616235F6}" srcId="{6BC6411F-68CC-44BF-89E4-88B2170E9BB5}" destId="{7E0824D8-3F03-4C43-97DD-56CE7E40D329}" srcOrd="3" destOrd="0" parTransId="{34C65361-EB01-45D8-9192-F2B28B5C4A15}" sibTransId="{86DDF1F5-B65E-4F21-A123-C0C9D2B9BA85}"/>
    <dgm:cxn modelId="{335C84FF-AFC8-4954-8442-CD93A4E24BB2}" type="presOf" srcId="{6BC6411F-68CC-44BF-89E4-88B2170E9BB5}" destId="{CF104ADC-645D-463A-8E5B-AD215B71EF7C}" srcOrd="0" destOrd="0" presId="urn:microsoft.com/office/officeart/2005/8/layout/default"/>
    <dgm:cxn modelId="{0909406F-C9F4-42D1-B20C-40DF5759AADB}" type="presParOf" srcId="{CF104ADC-645D-463A-8E5B-AD215B71EF7C}" destId="{A0D92E83-3E86-41D5-834B-14DAA7DADD02}" srcOrd="0" destOrd="0" presId="urn:microsoft.com/office/officeart/2005/8/layout/default"/>
    <dgm:cxn modelId="{8DA2FD95-A514-425E-9039-48F91B9F198B}" type="presParOf" srcId="{CF104ADC-645D-463A-8E5B-AD215B71EF7C}" destId="{3AED773C-62B5-431D-8468-A466BA44E8ED}" srcOrd="1" destOrd="0" presId="urn:microsoft.com/office/officeart/2005/8/layout/default"/>
    <dgm:cxn modelId="{807BC018-BE8C-4D1D-A7FB-F0534BE69F4C}" type="presParOf" srcId="{CF104ADC-645D-463A-8E5B-AD215B71EF7C}" destId="{35EB102F-293B-46AD-A876-F196846173AC}" srcOrd="2" destOrd="0" presId="urn:microsoft.com/office/officeart/2005/8/layout/default"/>
    <dgm:cxn modelId="{67BF3E76-8CF3-4E14-A233-94D6BBEABCC3}" type="presParOf" srcId="{CF104ADC-645D-463A-8E5B-AD215B71EF7C}" destId="{AD677D20-00F5-4761-BEF9-44A2EDA3B25B}" srcOrd="3" destOrd="0" presId="urn:microsoft.com/office/officeart/2005/8/layout/default"/>
    <dgm:cxn modelId="{3FD39FA1-A027-47D0-98B1-D28EEB83D61F}" type="presParOf" srcId="{CF104ADC-645D-463A-8E5B-AD215B71EF7C}" destId="{0250C6D1-B426-43DE-AB91-C7F1E46A8036}" srcOrd="4" destOrd="0" presId="urn:microsoft.com/office/officeart/2005/8/layout/default"/>
    <dgm:cxn modelId="{B20A4B50-E657-4E9D-8EE0-16ACF94B936A}" type="presParOf" srcId="{CF104ADC-645D-463A-8E5B-AD215B71EF7C}" destId="{108D8F83-FAF5-49CA-9E48-71821828B348}" srcOrd="5" destOrd="0" presId="urn:microsoft.com/office/officeart/2005/8/layout/default"/>
    <dgm:cxn modelId="{FB0D66A9-AAD2-4C17-A36A-18F9A8C0F043}" type="presParOf" srcId="{CF104ADC-645D-463A-8E5B-AD215B71EF7C}" destId="{0FAE4D77-96B0-4765-B6B7-A3E9B9C52587}" srcOrd="6" destOrd="0" presId="urn:microsoft.com/office/officeart/2005/8/layout/default"/>
    <dgm:cxn modelId="{76908C1C-C940-4DB9-A35C-D81965837729}" type="presParOf" srcId="{CF104ADC-645D-463A-8E5B-AD215B71EF7C}" destId="{F5FCC069-B1B1-4F2A-A4C1-69DF5821F5CA}" srcOrd="7" destOrd="0" presId="urn:microsoft.com/office/officeart/2005/8/layout/default"/>
    <dgm:cxn modelId="{FD5151C3-ABB0-427A-87AF-700CB6EFA8D5}" type="presParOf" srcId="{CF104ADC-645D-463A-8E5B-AD215B71EF7C}" destId="{B8886C89-8F69-4741-AF28-1839BE0708F9}" srcOrd="8" destOrd="0" presId="urn:microsoft.com/office/officeart/2005/8/layout/default"/>
    <dgm:cxn modelId="{2F62B9BF-BB1F-4CFD-8E73-1AC775097224}" type="presParOf" srcId="{CF104ADC-645D-463A-8E5B-AD215B71EF7C}" destId="{E090F14D-06EA-4FF9-8C1C-9511CDD6B3D0}" srcOrd="9" destOrd="0" presId="urn:microsoft.com/office/officeart/2005/8/layout/default"/>
    <dgm:cxn modelId="{94DE4D62-F14A-4931-8A98-CA402FFCE381}" type="presParOf" srcId="{CF104ADC-645D-463A-8E5B-AD215B71EF7C}" destId="{AABD07F5-AA2A-43D2-AA8F-18620077CB6C}"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D92E83-3E86-41D5-834B-14DAA7DADD02}">
      <dsp:nvSpPr>
        <dsp:cNvPr id="0" name=""/>
        <dsp:cNvSpPr/>
      </dsp:nvSpPr>
      <dsp:spPr>
        <a:xfrm>
          <a:off x="0" y="39687"/>
          <a:ext cx="3286125" cy="1971675"/>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US" sz="3800" kern="1200" dirty="0"/>
            <a:t>Cognitive Load Theory</a:t>
          </a:r>
          <a:endParaRPr lang="lv-LV" sz="3800" kern="1200" dirty="0"/>
        </a:p>
      </dsp:txBody>
      <dsp:txXfrm>
        <a:off x="0" y="39687"/>
        <a:ext cx="3286125" cy="1971675"/>
      </dsp:txXfrm>
    </dsp:sp>
    <dsp:sp modelId="{35EB102F-293B-46AD-A876-F196846173AC}">
      <dsp:nvSpPr>
        <dsp:cNvPr id="0" name=""/>
        <dsp:cNvSpPr/>
      </dsp:nvSpPr>
      <dsp:spPr>
        <a:xfrm>
          <a:off x="3614737" y="39687"/>
          <a:ext cx="3286125" cy="1971675"/>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US" sz="3800" b="0" kern="1200" dirty="0"/>
            <a:t>Information Architecture</a:t>
          </a:r>
          <a:endParaRPr lang="en-US" sz="3800" kern="1200" dirty="0"/>
        </a:p>
      </dsp:txBody>
      <dsp:txXfrm>
        <a:off x="3614737" y="39687"/>
        <a:ext cx="3286125" cy="1971675"/>
      </dsp:txXfrm>
    </dsp:sp>
    <dsp:sp modelId="{0250C6D1-B426-43DE-AB91-C7F1E46A8036}">
      <dsp:nvSpPr>
        <dsp:cNvPr id="0" name=""/>
        <dsp:cNvSpPr/>
      </dsp:nvSpPr>
      <dsp:spPr>
        <a:xfrm>
          <a:off x="3614737" y="2362261"/>
          <a:ext cx="3286125" cy="1971675"/>
        </a:xfrm>
        <a:prstGeom prst="rect">
          <a:avLst/>
        </a:prstGeom>
        <a:solidFill>
          <a:srgbClr val="08233F"/>
        </a:solidFill>
        <a:ln w="57150">
          <a:solidFill>
            <a:schemeClr val="accent5">
              <a:lumMod val="60000"/>
              <a:lumOff val="40000"/>
            </a:schemeClr>
          </a:solid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US" sz="3800" kern="1200" dirty="0"/>
            <a:t>User Centered design</a:t>
          </a:r>
        </a:p>
      </dsp:txBody>
      <dsp:txXfrm>
        <a:off x="3614737" y="2362261"/>
        <a:ext cx="3286125" cy="1971675"/>
      </dsp:txXfrm>
    </dsp:sp>
    <dsp:sp modelId="{0FAE4D77-96B0-4765-B6B7-A3E9B9C52587}">
      <dsp:nvSpPr>
        <dsp:cNvPr id="0" name=""/>
        <dsp:cNvSpPr/>
      </dsp:nvSpPr>
      <dsp:spPr>
        <a:xfrm>
          <a:off x="7229475" y="26549"/>
          <a:ext cx="3286125" cy="1971675"/>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57150">
          <a:solidFill>
            <a:schemeClr val="accent5">
              <a:lumMod val="60000"/>
              <a:lumOff val="40000"/>
            </a:schemeClr>
          </a:solid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US" sz="3800" b="0" kern="1200" dirty="0"/>
            <a:t>Quantitative Analysis</a:t>
          </a:r>
        </a:p>
      </dsp:txBody>
      <dsp:txXfrm>
        <a:off x="7229475" y="26549"/>
        <a:ext cx="3286125" cy="1971675"/>
      </dsp:txXfrm>
    </dsp:sp>
    <dsp:sp modelId="{B8886C89-8F69-4741-AF28-1839BE0708F9}">
      <dsp:nvSpPr>
        <dsp:cNvPr id="0" name=""/>
        <dsp:cNvSpPr/>
      </dsp:nvSpPr>
      <dsp:spPr>
        <a:xfrm>
          <a:off x="0" y="2379663"/>
          <a:ext cx="3286125" cy="1971675"/>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US" sz="3800" b="0" kern="1200" dirty="0"/>
            <a:t>NLP supported user feedback</a:t>
          </a:r>
        </a:p>
      </dsp:txBody>
      <dsp:txXfrm>
        <a:off x="0" y="2379663"/>
        <a:ext cx="3286125" cy="1971675"/>
      </dsp:txXfrm>
    </dsp:sp>
    <dsp:sp modelId="{AABD07F5-AA2A-43D2-AA8F-18620077CB6C}">
      <dsp:nvSpPr>
        <dsp:cNvPr id="0" name=""/>
        <dsp:cNvSpPr/>
      </dsp:nvSpPr>
      <dsp:spPr>
        <a:xfrm>
          <a:off x="7229475" y="2339975"/>
          <a:ext cx="3286125" cy="1971675"/>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US" sz="3800" kern="1200" dirty="0"/>
            <a:t>UX Prototyping &amp; Testing</a:t>
          </a:r>
        </a:p>
      </dsp:txBody>
      <dsp:txXfrm>
        <a:off x="7229475" y="2339975"/>
        <a:ext cx="3286125" cy="197167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D92E83-3E86-41D5-834B-14DAA7DADD02}">
      <dsp:nvSpPr>
        <dsp:cNvPr id="0" name=""/>
        <dsp:cNvSpPr/>
      </dsp:nvSpPr>
      <dsp:spPr>
        <a:xfrm>
          <a:off x="0" y="39687"/>
          <a:ext cx="3286125" cy="1971675"/>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dirty="0"/>
            <a:t>Reduce extraneous load</a:t>
          </a:r>
          <a:endParaRPr lang="lv-LV" sz="3600" kern="1200" dirty="0"/>
        </a:p>
      </dsp:txBody>
      <dsp:txXfrm>
        <a:off x="0" y="39687"/>
        <a:ext cx="3286125" cy="1971675"/>
      </dsp:txXfrm>
    </dsp:sp>
    <dsp:sp modelId="{35EB102F-293B-46AD-A876-F196846173AC}">
      <dsp:nvSpPr>
        <dsp:cNvPr id="0" name=""/>
        <dsp:cNvSpPr/>
      </dsp:nvSpPr>
      <dsp:spPr>
        <a:xfrm>
          <a:off x="3614737" y="39687"/>
          <a:ext cx="3286125" cy="1971675"/>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0" kern="1200" dirty="0"/>
            <a:t>Shorten workflow paths</a:t>
          </a:r>
          <a:endParaRPr lang="en-US" sz="3600" kern="1200" dirty="0"/>
        </a:p>
      </dsp:txBody>
      <dsp:txXfrm>
        <a:off x="3614737" y="39687"/>
        <a:ext cx="3286125" cy="1971675"/>
      </dsp:txXfrm>
    </dsp:sp>
    <dsp:sp modelId="{0250C6D1-B426-43DE-AB91-C7F1E46A8036}">
      <dsp:nvSpPr>
        <dsp:cNvPr id="0" name=""/>
        <dsp:cNvSpPr/>
      </dsp:nvSpPr>
      <dsp:spPr>
        <a:xfrm>
          <a:off x="7229475" y="39687"/>
          <a:ext cx="3286125" cy="1971675"/>
        </a:xfrm>
        <a:prstGeom prst="rect">
          <a:avLst/>
        </a:prstGeom>
        <a:solidFill>
          <a:srgbClr val="08233F"/>
        </a:solidFill>
        <a:ln w="57150">
          <a:solidFill>
            <a:schemeClr val="accent5">
              <a:lumMod val="60000"/>
              <a:lumOff val="40000"/>
            </a:schemeClr>
          </a:solid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dirty="0"/>
            <a:t>Clear labels</a:t>
          </a:r>
        </a:p>
      </dsp:txBody>
      <dsp:txXfrm>
        <a:off x="7229475" y="39687"/>
        <a:ext cx="3286125" cy="1971675"/>
      </dsp:txXfrm>
    </dsp:sp>
    <dsp:sp modelId="{0FAE4D77-96B0-4765-B6B7-A3E9B9C52587}">
      <dsp:nvSpPr>
        <dsp:cNvPr id="0" name=""/>
        <dsp:cNvSpPr/>
      </dsp:nvSpPr>
      <dsp:spPr>
        <a:xfrm>
          <a:off x="0" y="2339975"/>
          <a:ext cx="3286125" cy="1971675"/>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57150">
          <a:solidFill>
            <a:schemeClr val="accent5">
              <a:lumMod val="60000"/>
              <a:lumOff val="40000"/>
            </a:schemeClr>
          </a:solid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0" kern="1200" dirty="0"/>
            <a:t>Stable layouts</a:t>
          </a:r>
        </a:p>
      </dsp:txBody>
      <dsp:txXfrm>
        <a:off x="0" y="2339975"/>
        <a:ext cx="3286125" cy="1971675"/>
      </dsp:txXfrm>
    </dsp:sp>
    <dsp:sp modelId="{B8886C89-8F69-4741-AF28-1839BE0708F9}">
      <dsp:nvSpPr>
        <dsp:cNvPr id="0" name=""/>
        <dsp:cNvSpPr/>
      </dsp:nvSpPr>
      <dsp:spPr>
        <a:xfrm>
          <a:off x="3614737" y="2339975"/>
          <a:ext cx="3286125" cy="1971675"/>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0" kern="1200" dirty="0"/>
            <a:t>Device</a:t>
          </a:r>
          <a:r>
            <a:rPr lang="en-US" sz="4100" b="0" kern="1200" dirty="0"/>
            <a:t> specific logic</a:t>
          </a:r>
        </a:p>
      </dsp:txBody>
      <dsp:txXfrm>
        <a:off x="3614737" y="2339975"/>
        <a:ext cx="3286125" cy="1971675"/>
      </dsp:txXfrm>
    </dsp:sp>
    <dsp:sp modelId="{AABD07F5-AA2A-43D2-AA8F-18620077CB6C}">
      <dsp:nvSpPr>
        <dsp:cNvPr id="0" name=""/>
        <dsp:cNvSpPr/>
      </dsp:nvSpPr>
      <dsp:spPr>
        <a:xfrm>
          <a:off x="7229475" y="2339975"/>
          <a:ext cx="3286125" cy="1971675"/>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dirty="0" err="1"/>
            <a:t>Accessabilty</a:t>
          </a:r>
          <a:endParaRPr lang="en-US" sz="4100" kern="1200" dirty="0"/>
        </a:p>
      </dsp:txBody>
      <dsp:txXfrm>
        <a:off x="7229475" y="2339975"/>
        <a:ext cx="3286125" cy="1971675"/>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38EC8A-4DF3-4E61-9B76-2F62E2AEABFE}" type="datetimeFigureOut">
              <a:rPr lang="en-US" smtClean="0"/>
              <a:t>12/28/2025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BA6EF0-9EC2-4B3F-AD90-BB9635D47B92}" type="slidenum">
              <a:rPr lang="en-US" smtClean="0"/>
              <a:t>‹#›</a:t>
            </a:fld>
            <a:endParaRPr lang="en-US"/>
          </a:p>
        </p:txBody>
      </p:sp>
    </p:spTree>
    <p:extLst>
      <p:ext uri="{BB962C8B-B14F-4D97-AF65-F5344CB8AC3E}">
        <p14:creationId xmlns:p14="http://schemas.microsoft.com/office/powerpoint/2010/main" val="12482108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72598-7C57-9259-F949-86EB032C82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B21BB11-93C2-65C7-313F-3FD6B844D0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47384AB-DAC9-10FD-5840-FB73D64D2ACE}"/>
              </a:ext>
            </a:extLst>
          </p:cNvPr>
          <p:cNvSpPr>
            <a:spLocks noGrp="1"/>
          </p:cNvSpPr>
          <p:nvPr>
            <p:ph type="dt" sz="half" idx="10"/>
          </p:nvPr>
        </p:nvSpPr>
        <p:spPr/>
        <p:txBody>
          <a:bodyPr/>
          <a:lstStyle/>
          <a:p>
            <a:fld id="{89BD9233-13AA-4601-89B2-57DFE8D1D902}" type="datetime1">
              <a:rPr lang="en-US" smtClean="0"/>
              <a:t>12/28/2025</a:t>
            </a:fld>
            <a:endParaRPr lang="en-US"/>
          </a:p>
        </p:txBody>
      </p:sp>
      <p:sp>
        <p:nvSpPr>
          <p:cNvPr id="5" name="Footer Placeholder 4">
            <a:extLst>
              <a:ext uri="{FF2B5EF4-FFF2-40B4-BE49-F238E27FC236}">
                <a16:creationId xmlns:a16="http://schemas.microsoft.com/office/drawing/2014/main" id="{91758BDF-0031-A67F-DDC0-6F221D11AD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8881D8-75A6-B9F5-D6DF-59B37F94E207}"/>
              </a:ext>
            </a:extLst>
          </p:cNvPr>
          <p:cNvSpPr>
            <a:spLocks noGrp="1"/>
          </p:cNvSpPr>
          <p:nvPr>
            <p:ph type="sldNum" sz="quarter" idx="12"/>
          </p:nvPr>
        </p:nvSpPr>
        <p:spPr/>
        <p:txBody>
          <a:bodyPr/>
          <a:lstStyle/>
          <a:p>
            <a:fld id="{B19D99C1-D610-4605-878C-7095C6095A3C}" type="slidenum">
              <a:rPr lang="en-US" smtClean="0"/>
              <a:t>‹#›</a:t>
            </a:fld>
            <a:endParaRPr lang="en-US"/>
          </a:p>
        </p:txBody>
      </p:sp>
    </p:spTree>
    <p:extLst>
      <p:ext uri="{BB962C8B-B14F-4D97-AF65-F5344CB8AC3E}">
        <p14:creationId xmlns:p14="http://schemas.microsoft.com/office/powerpoint/2010/main" val="102551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C1E16-4E8B-3F54-69DF-0928CFBD07E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D0EF1DB-5AD2-8179-4D80-1D28FAC7C3A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795069-13D9-949D-B8C2-E5FA1B1C9B40}"/>
              </a:ext>
            </a:extLst>
          </p:cNvPr>
          <p:cNvSpPr>
            <a:spLocks noGrp="1"/>
          </p:cNvSpPr>
          <p:nvPr>
            <p:ph type="dt" sz="half" idx="10"/>
          </p:nvPr>
        </p:nvSpPr>
        <p:spPr/>
        <p:txBody>
          <a:bodyPr/>
          <a:lstStyle/>
          <a:p>
            <a:fld id="{B0583B6A-4121-41C1-BCB4-CF7DF6A43C6D}" type="datetime1">
              <a:rPr lang="en-US" smtClean="0"/>
              <a:t>12/28/2025</a:t>
            </a:fld>
            <a:endParaRPr lang="en-US"/>
          </a:p>
        </p:txBody>
      </p:sp>
      <p:sp>
        <p:nvSpPr>
          <p:cNvPr id="5" name="Footer Placeholder 4">
            <a:extLst>
              <a:ext uri="{FF2B5EF4-FFF2-40B4-BE49-F238E27FC236}">
                <a16:creationId xmlns:a16="http://schemas.microsoft.com/office/drawing/2014/main" id="{8A16FCBB-441D-8B20-9329-2C99CA4A6F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BCBE9B-7600-1BEF-0397-09AD29CA4A10}"/>
              </a:ext>
            </a:extLst>
          </p:cNvPr>
          <p:cNvSpPr>
            <a:spLocks noGrp="1"/>
          </p:cNvSpPr>
          <p:nvPr>
            <p:ph type="sldNum" sz="quarter" idx="12"/>
          </p:nvPr>
        </p:nvSpPr>
        <p:spPr/>
        <p:txBody>
          <a:bodyPr/>
          <a:lstStyle/>
          <a:p>
            <a:fld id="{B19D99C1-D610-4605-878C-7095C6095A3C}" type="slidenum">
              <a:rPr lang="en-US" smtClean="0"/>
              <a:t>‹#›</a:t>
            </a:fld>
            <a:endParaRPr lang="en-US"/>
          </a:p>
        </p:txBody>
      </p:sp>
    </p:spTree>
    <p:extLst>
      <p:ext uri="{BB962C8B-B14F-4D97-AF65-F5344CB8AC3E}">
        <p14:creationId xmlns:p14="http://schemas.microsoft.com/office/powerpoint/2010/main" val="8152444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A6211-609D-481F-8353-66CC353AD8B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0F5B1BB-DC5A-0D17-0FEA-A0A2F4F275E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724C47-A944-44CC-5D99-4238BA108742}"/>
              </a:ext>
            </a:extLst>
          </p:cNvPr>
          <p:cNvSpPr>
            <a:spLocks noGrp="1"/>
          </p:cNvSpPr>
          <p:nvPr>
            <p:ph type="dt" sz="half" idx="10"/>
          </p:nvPr>
        </p:nvSpPr>
        <p:spPr/>
        <p:txBody>
          <a:bodyPr/>
          <a:lstStyle/>
          <a:p>
            <a:fld id="{7BC95AAB-7C35-4107-9302-927AF7CB8E68}" type="datetime1">
              <a:rPr lang="en-US" smtClean="0"/>
              <a:t>12/28/2025</a:t>
            </a:fld>
            <a:endParaRPr lang="en-US"/>
          </a:p>
        </p:txBody>
      </p:sp>
      <p:sp>
        <p:nvSpPr>
          <p:cNvPr id="5" name="Footer Placeholder 4">
            <a:extLst>
              <a:ext uri="{FF2B5EF4-FFF2-40B4-BE49-F238E27FC236}">
                <a16:creationId xmlns:a16="http://schemas.microsoft.com/office/drawing/2014/main" id="{66AA9073-4B8D-5334-7F6D-C6E4812530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E9F4AE-9E8B-7328-9DE6-1320E64E7F67}"/>
              </a:ext>
            </a:extLst>
          </p:cNvPr>
          <p:cNvSpPr>
            <a:spLocks noGrp="1"/>
          </p:cNvSpPr>
          <p:nvPr>
            <p:ph type="sldNum" sz="quarter" idx="12"/>
          </p:nvPr>
        </p:nvSpPr>
        <p:spPr/>
        <p:txBody>
          <a:bodyPr/>
          <a:lstStyle/>
          <a:p>
            <a:fld id="{B19D99C1-D610-4605-878C-7095C6095A3C}" type="slidenum">
              <a:rPr lang="en-US" smtClean="0"/>
              <a:t>‹#›</a:t>
            </a:fld>
            <a:endParaRPr lang="en-US"/>
          </a:p>
        </p:txBody>
      </p:sp>
    </p:spTree>
    <p:extLst>
      <p:ext uri="{BB962C8B-B14F-4D97-AF65-F5344CB8AC3E}">
        <p14:creationId xmlns:p14="http://schemas.microsoft.com/office/powerpoint/2010/main" val="29949789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7F5BD-B4C8-3D53-5C21-B0F5295E237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3479C15-4241-BE9A-E590-29E52853049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AE6C59D-03D9-67D7-1714-035B7A98601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4AF44E2-2832-2953-4E15-BBE052EA8B90}"/>
              </a:ext>
            </a:extLst>
          </p:cNvPr>
          <p:cNvSpPr>
            <a:spLocks noGrp="1"/>
          </p:cNvSpPr>
          <p:nvPr>
            <p:ph type="dt" sz="half" idx="10"/>
          </p:nvPr>
        </p:nvSpPr>
        <p:spPr/>
        <p:txBody>
          <a:bodyPr/>
          <a:lstStyle/>
          <a:p>
            <a:fld id="{506C3B17-299E-417A-8F9E-63CA8FF54924}" type="datetime1">
              <a:rPr lang="en-US" smtClean="0"/>
              <a:t>12/28/2025</a:t>
            </a:fld>
            <a:endParaRPr lang="en-US"/>
          </a:p>
        </p:txBody>
      </p:sp>
      <p:sp>
        <p:nvSpPr>
          <p:cNvPr id="6" name="Footer Placeholder 5">
            <a:extLst>
              <a:ext uri="{FF2B5EF4-FFF2-40B4-BE49-F238E27FC236}">
                <a16:creationId xmlns:a16="http://schemas.microsoft.com/office/drawing/2014/main" id="{3FE7C2ED-32D3-05AA-D0E8-16FC17FC92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1835F7B-FBFE-932B-237E-ADB01566B24D}"/>
              </a:ext>
            </a:extLst>
          </p:cNvPr>
          <p:cNvSpPr>
            <a:spLocks noGrp="1"/>
          </p:cNvSpPr>
          <p:nvPr>
            <p:ph type="sldNum" sz="quarter" idx="12"/>
          </p:nvPr>
        </p:nvSpPr>
        <p:spPr/>
        <p:txBody>
          <a:bodyPr/>
          <a:lstStyle/>
          <a:p>
            <a:fld id="{B19D99C1-D610-4605-878C-7095C6095A3C}" type="slidenum">
              <a:rPr lang="en-US" smtClean="0"/>
              <a:t>‹#›</a:t>
            </a:fld>
            <a:endParaRPr lang="en-US"/>
          </a:p>
        </p:txBody>
      </p:sp>
    </p:spTree>
    <p:extLst>
      <p:ext uri="{BB962C8B-B14F-4D97-AF65-F5344CB8AC3E}">
        <p14:creationId xmlns:p14="http://schemas.microsoft.com/office/powerpoint/2010/main" val="23876677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04C99-FB47-5FB2-33CB-98FCF2B6273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953FC83-E66F-5741-DD26-0B502998ACF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567BD16-D2E0-CF58-A221-035C52779E5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0B3C867-7CC3-B531-CDF9-7E8D2E51D6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F274E5-F10B-8858-B071-4EF020A3215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8A04D80-B3B4-67B6-995A-1AD707CF1092}"/>
              </a:ext>
            </a:extLst>
          </p:cNvPr>
          <p:cNvSpPr>
            <a:spLocks noGrp="1"/>
          </p:cNvSpPr>
          <p:nvPr>
            <p:ph type="dt" sz="half" idx="10"/>
          </p:nvPr>
        </p:nvSpPr>
        <p:spPr/>
        <p:txBody>
          <a:bodyPr/>
          <a:lstStyle/>
          <a:p>
            <a:fld id="{C592CC00-B5CA-4C10-80D9-47DC3D26518D}" type="datetime1">
              <a:rPr lang="en-US" smtClean="0"/>
              <a:t>12/28/2025</a:t>
            </a:fld>
            <a:endParaRPr lang="en-US"/>
          </a:p>
        </p:txBody>
      </p:sp>
      <p:sp>
        <p:nvSpPr>
          <p:cNvPr id="8" name="Footer Placeholder 7">
            <a:extLst>
              <a:ext uri="{FF2B5EF4-FFF2-40B4-BE49-F238E27FC236}">
                <a16:creationId xmlns:a16="http://schemas.microsoft.com/office/drawing/2014/main" id="{DF7C2D39-9B71-F3B9-4E64-FC68E630963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48876D1-5252-6E3D-564D-A5E89E9E18BE}"/>
              </a:ext>
            </a:extLst>
          </p:cNvPr>
          <p:cNvSpPr>
            <a:spLocks noGrp="1"/>
          </p:cNvSpPr>
          <p:nvPr>
            <p:ph type="sldNum" sz="quarter" idx="12"/>
          </p:nvPr>
        </p:nvSpPr>
        <p:spPr/>
        <p:txBody>
          <a:bodyPr/>
          <a:lstStyle/>
          <a:p>
            <a:fld id="{B19D99C1-D610-4605-878C-7095C6095A3C}" type="slidenum">
              <a:rPr lang="en-US" smtClean="0"/>
              <a:t>‹#›</a:t>
            </a:fld>
            <a:endParaRPr lang="en-US"/>
          </a:p>
        </p:txBody>
      </p:sp>
    </p:spTree>
    <p:extLst>
      <p:ext uri="{BB962C8B-B14F-4D97-AF65-F5344CB8AC3E}">
        <p14:creationId xmlns:p14="http://schemas.microsoft.com/office/powerpoint/2010/main" val="30350681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D80E1-AE9A-C760-3A48-3A0DB5ED3FB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4B879DA-6271-B44D-1CBD-19584A7D5597}"/>
              </a:ext>
            </a:extLst>
          </p:cNvPr>
          <p:cNvSpPr>
            <a:spLocks noGrp="1"/>
          </p:cNvSpPr>
          <p:nvPr>
            <p:ph type="dt" sz="half" idx="10"/>
          </p:nvPr>
        </p:nvSpPr>
        <p:spPr/>
        <p:txBody>
          <a:bodyPr/>
          <a:lstStyle/>
          <a:p>
            <a:fld id="{AD60129F-0014-4987-881E-73D47E729295}" type="datetime1">
              <a:rPr lang="en-US" smtClean="0"/>
              <a:t>12/28/2025</a:t>
            </a:fld>
            <a:endParaRPr lang="en-US"/>
          </a:p>
        </p:txBody>
      </p:sp>
      <p:sp>
        <p:nvSpPr>
          <p:cNvPr id="4" name="Footer Placeholder 3">
            <a:extLst>
              <a:ext uri="{FF2B5EF4-FFF2-40B4-BE49-F238E27FC236}">
                <a16:creationId xmlns:a16="http://schemas.microsoft.com/office/drawing/2014/main" id="{12676087-4EFD-5DA1-28E1-57AE07D21E1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4D57358-5300-C1B2-93A3-49A11D8B0697}"/>
              </a:ext>
            </a:extLst>
          </p:cNvPr>
          <p:cNvSpPr>
            <a:spLocks noGrp="1"/>
          </p:cNvSpPr>
          <p:nvPr>
            <p:ph type="sldNum" sz="quarter" idx="12"/>
          </p:nvPr>
        </p:nvSpPr>
        <p:spPr/>
        <p:txBody>
          <a:bodyPr/>
          <a:lstStyle/>
          <a:p>
            <a:fld id="{B19D99C1-D610-4605-878C-7095C6095A3C}" type="slidenum">
              <a:rPr lang="en-US" smtClean="0"/>
              <a:t>‹#›</a:t>
            </a:fld>
            <a:endParaRPr lang="en-US"/>
          </a:p>
        </p:txBody>
      </p:sp>
    </p:spTree>
    <p:extLst>
      <p:ext uri="{BB962C8B-B14F-4D97-AF65-F5344CB8AC3E}">
        <p14:creationId xmlns:p14="http://schemas.microsoft.com/office/powerpoint/2010/main" val="20451276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BE41D4-DD75-9B32-519F-F32592BF4E35}"/>
              </a:ext>
            </a:extLst>
          </p:cNvPr>
          <p:cNvSpPr>
            <a:spLocks noGrp="1"/>
          </p:cNvSpPr>
          <p:nvPr>
            <p:ph type="dt" sz="half" idx="10"/>
          </p:nvPr>
        </p:nvSpPr>
        <p:spPr/>
        <p:txBody>
          <a:bodyPr/>
          <a:lstStyle/>
          <a:p>
            <a:fld id="{87B4994D-A5D9-4FE2-BD98-8EFB410EF89D}" type="datetime1">
              <a:rPr lang="en-US" smtClean="0"/>
              <a:t>12/28/2025</a:t>
            </a:fld>
            <a:endParaRPr lang="en-US"/>
          </a:p>
        </p:txBody>
      </p:sp>
      <p:sp>
        <p:nvSpPr>
          <p:cNvPr id="3" name="Footer Placeholder 2">
            <a:extLst>
              <a:ext uri="{FF2B5EF4-FFF2-40B4-BE49-F238E27FC236}">
                <a16:creationId xmlns:a16="http://schemas.microsoft.com/office/drawing/2014/main" id="{E9DB41FE-63FC-759E-D99A-D2AD5470F33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9F99E25-A3D4-CDE5-769E-EB7CF74402D0}"/>
              </a:ext>
            </a:extLst>
          </p:cNvPr>
          <p:cNvSpPr>
            <a:spLocks noGrp="1"/>
          </p:cNvSpPr>
          <p:nvPr>
            <p:ph type="sldNum" sz="quarter" idx="12"/>
          </p:nvPr>
        </p:nvSpPr>
        <p:spPr/>
        <p:txBody>
          <a:bodyPr/>
          <a:lstStyle/>
          <a:p>
            <a:fld id="{B19D99C1-D610-4605-878C-7095C6095A3C}" type="slidenum">
              <a:rPr lang="en-US" smtClean="0"/>
              <a:t>‹#›</a:t>
            </a:fld>
            <a:endParaRPr lang="en-US"/>
          </a:p>
        </p:txBody>
      </p:sp>
    </p:spTree>
    <p:extLst>
      <p:ext uri="{BB962C8B-B14F-4D97-AF65-F5344CB8AC3E}">
        <p14:creationId xmlns:p14="http://schemas.microsoft.com/office/powerpoint/2010/main" val="21427036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63AED-6D2F-1030-06B5-849CD59014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A1FDFA5-D0B2-88C0-2368-22DD8A4F399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75B986-0AA8-8C0A-334D-EEA4F44C71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20D5C7-DFEC-C119-6F0C-BA83D60EEE07}"/>
              </a:ext>
            </a:extLst>
          </p:cNvPr>
          <p:cNvSpPr>
            <a:spLocks noGrp="1"/>
          </p:cNvSpPr>
          <p:nvPr>
            <p:ph type="dt" sz="half" idx="10"/>
          </p:nvPr>
        </p:nvSpPr>
        <p:spPr/>
        <p:txBody>
          <a:bodyPr/>
          <a:lstStyle/>
          <a:p>
            <a:fld id="{424E1EB7-4627-413A-802B-6A12E23404E0}" type="datetime1">
              <a:rPr lang="en-US" smtClean="0"/>
              <a:t>12/28/2025</a:t>
            </a:fld>
            <a:endParaRPr lang="en-US"/>
          </a:p>
        </p:txBody>
      </p:sp>
      <p:sp>
        <p:nvSpPr>
          <p:cNvPr id="6" name="Footer Placeholder 5">
            <a:extLst>
              <a:ext uri="{FF2B5EF4-FFF2-40B4-BE49-F238E27FC236}">
                <a16:creationId xmlns:a16="http://schemas.microsoft.com/office/drawing/2014/main" id="{20EC2FD4-3C4D-FD23-84F8-E39726D50F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301067-F366-94F3-960B-D2B41479B923}"/>
              </a:ext>
            </a:extLst>
          </p:cNvPr>
          <p:cNvSpPr>
            <a:spLocks noGrp="1"/>
          </p:cNvSpPr>
          <p:nvPr>
            <p:ph type="sldNum" sz="quarter" idx="12"/>
          </p:nvPr>
        </p:nvSpPr>
        <p:spPr/>
        <p:txBody>
          <a:bodyPr/>
          <a:lstStyle/>
          <a:p>
            <a:fld id="{B19D99C1-D610-4605-878C-7095C6095A3C}" type="slidenum">
              <a:rPr lang="en-US" smtClean="0"/>
              <a:t>‹#›</a:t>
            </a:fld>
            <a:endParaRPr lang="en-US"/>
          </a:p>
        </p:txBody>
      </p:sp>
    </p:spTree>
    <p:extLst>
      <p:ext uri="{BB962C8B-B14F-4D97-AF65-F5344CB8AC3E}">
        <p14:creationId xmlns:p14="http://schemas.microsoft.com/office/powerpoint/2010/main" val="14943503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02F78-8A21-CD51-D35D-3477A9EAB1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AB472E3-BEBB-0576-B7ED-0B8CEADEAA8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7967CBA-2484-9968-EA0C-BD28FAE4AD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2828D5-E53E-F7B1-A622-F14314867955}"/>
              </a:ext>
            </a:extLst>
          </p:cNvPr>
          <p:cNvSpPr>
            <a:spLocks noGrp="1"/>
          </p:cNvSpPr>
          <p:nvPr>
            <p:ph type="dt" sz="half" idx="10"/>
          </p:nvPr>
        </p:nvSpPr>
        <p:spPr/>
        <p:txBody>
          <a:bodyPr/>
          <a:lstStyle/>
          <a:p>
            <a:fld id="{D55850C1-F550-4614-92FF-77655D63F53B}" type="datetime1">
              <a:rPr lang="en-US" smtClean="0"/>
              <a:t>12/28/2025</a:t>
            </a:fld>
            <a:endParaRPr lang="en-US"/>
          </a:p>
        </p:txBody>
      </p:sp>
      <p:sp>
        <p:nvSpPr>
          <p:cNvPr id="6" name="Footer Placeholder 5">
            <a:extLst>
              <a:ext uri="{FF2B5EF4-FFF2-40B4-BE49-F238E27FC236}">
                <a16:creationId xmlns:a16="http://schemas.microsoft.com/office/drawing/2014/main" id="{6CFF914B-6690-F25A-D8D8-7F3AEC096E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F4A2E8-CD50-2950-C4E5-50E1DA594BF4}"/>
              </a:ext>
            </a:extLst>
          </p:cNvPr>
          <p:cNvSpPr>
            <a:spLocks noGrp="1"/>
          </p:cNvSpPr>
          <p:nvPr>
            <p:ph type="sldNum" sz="quarter" idx="12"/>
          </p:nvPr>
        </p:nvSpPr>
        <p:spPr/>
        <p:txBody>
          <a:bodyPr/>
          <a:lstStyle/>
          <a:p>
            <a:fld id="{B19D99C1-D610-4605-878C-7095C6095A3C}" type="slidenum">
              <a:rPr lang="en-US" smtClean="0"/>
              <a:t>‹#›</a:t>
            </a:fld>
            <a:endParaRPr lang="en-US"/>
          </a:p>
        </p:txBody>
      </p:sp>
    </p:spTree>
    <p:extLst>
      <p:ext uri="{BB962C8B-B14F-4D97-AF65-F5344CB8AC3E}">
        <p14:creationId xmlns:p14="http://schemas.microsoft.com/office/powerpoint/2010/main" val="32153490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BEC68-B5D7-3E9C-59EF-F2867961566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AE8C636-897E-0F95-BD36-688C5A30969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CB4A03-7E51-41C2-5EC7-EE5C73D8468B}"/>
              </a:ext>
            </a:extLst>
          </p:cNvPr>
          <p:cNvSpPr>
            <a:spLocks noGrp="1"/>
          </p:cNvSpPr>
          <p:nvPr>
            <p:ph type="dt" sz="half" idx="10"/>
          </p:nvPr>
        </p:nvSpPr>
        <p:spPr/>
        <p:txBody>
          <a:bodyPr/>
          <a:lstStyle/>
          <a:p>
            <a:fld id="{45CB9861-E6E0-4119-85C7-556BB2C9EFC1}" type="datetime1">
              <a:rPr lang="en-US" smtClean="0"/>
              <a:t>12/28/2025</a:t>
            </a:fld>
            <a:endParaRPr lang="en-US"/>
          </a:p>
        </p:txBody>
      </p:sp>
      <p:sp>
        <p:nvSpPr>
          <p:cNvPr id="5" name="Footer Placeholder 4">
            <a:extLst>
              <a:ext uri="{FF2B5EF4-FFF2-40B4-BE49-F238E27FC236}">
                <a16:creationId xmlns:a16="http://schemas.microsoft.com/office/drawing/2014/main" id="{A8C0F2A9-F079-2A1D-87B9-E3FB044226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CA13F9-9076-BB58-896F-B6FC5A686340}"/>
              </a:ext>
            </a:extLst>
          </p:cNvPr>
          <p:cNvSpPr>
            <a:spLocks noGrp="1"/>
          </p:cNvSpPr>
          <p:nvPr>
            <p:ph type="sldNum" sz="quarter" idx="12"/>
          </p:nvPr>
        </p:nvSpPr>
        <p:spPr/>
        <p:txBody>
          <a:bodyPr/>
          <a:lstStyle/>
          <a:p>
            <a:fld id="{B19D99C1-D610-4605-878C-7095C6095A3C}" type="slidenum">
              <a:rPr lang="en-US" smtClean="0"/>
              <a:t>‹#›</a:t>
            </a:fld>
            <a:endParaRPr lang="en-US"/>
          </a:p>
        </p:txBody>
      </p:sp>
    </p:spTree>
    <p:extLst>
      <p:ext uri="{BB962C8B-B14F-4D97-AF65-F5344CB8AC3E}">
        <p14:creationId xmlns:p14="http://schemas.microsoft.com/office/powerpoint/2010/main" val="21231564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797282-0841-7D84-82E3-9645286B3F0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073FBA6-043E-CC30-DF4B-1A0468BE38D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73FB98-1AED-A1C0-FC50-6806C45FF35D}"/>
              </a:ext>
            </a:extLst>
          </p:cNvPr>
          <p:cNvSpPr>
            <a:spLocks noGrp="1"/>
          </p:cNvSpPr>
          <p:nvPr>
            <p:ph type="dt" sz="half" idx="10"/>
          </p:nvPr>
        </p:nvSpPr>
        <p:spPr/>
        <p:txBody>
          <a:bodyPr/>
          <a:lstStyle/>
          <a:p>
            <a:fld id="{C0D5EC71-C36E-4D93-B4F6-A67EC91A3015}" type="datetime1">
              <a:rPr lang="en-US" smtClean="0"/>
              <a:t>12/28/2025</a:t>
            </a:fld>
            <a:endParaRPr lang="en-US"/>
          </a:p>
        </p:txBody>
      </p:sp>
      <p:sp>
        <p:nvSpPr>
          <p:cNvPr id="5" name="Footer Placeholder 4">
            <a:extLst>
              <a:ext uri="{FF2B5EF4-FFF2-40B4-BE49-F238E27FC236}">
                <a16:creationId xmlns:a16="http://schemas.microsoft.com/office/drawing/2014/main" id="{58A5E2D0-EA7E-B9B5-050A-CA401190E8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81B1B8-0DEF-D1C8-C0FD-98FFDBAA251F}"/>
              </a:ext>
            </a:extLst>
          </p:cNvPr>
          <p:cNvSpPr>
            <a:spLocks noGrp="1"/>
          </p:cNvSpPr>
          <p:nvPr>
            <p:ph type="sldNum" sz="quarter" idx="12"/>
          </p:nvPr>
        </p:nvSpPr>
        <p:spPr/>
        <p:txBody>
          <a:bodyPr/>
          <a:lstStyle/>
          <a:p>
            <a:fld id="{B19D99C1-D610-4605-878C-7095C6095A3C}" type="slidenum">
              <a:rPr lang="en-US" smtClean="0"/>
              <a:t>‹#›</a:t>
            </a:fld>
            <a:endParaRPr lang="en-US"/>
          </a:p>
        </p:txBody>
      </p:sp>
    </p:spTree>
    <p:extLst>
      <p:ext uri="{BB962C8B-B14F-4D97-AF65-F5344CB8AC3E}">
        <p14:creationId xmlns:p14="http://schemas.microsoft.com/office/powerpoint/2010/main" val="2076544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9822D7-3BA6-2C65-D27B-72DFC00F10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3650C6E-EA02-8028-0333-AB36838794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457CF1-D311-4C9B-6CDD-31B78E5732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06C18B8-E6C2-4148-8105-EEF704240842}" type="datetime1">
              <a:rPr lang="en-US" smtClean="0"/>
              <a:t>12/28/2025</a:t>
            </a:fld>
            <a:endParaRPr lang="en-US"/>
          </a:p>
        </p:txBody>
      </p:sp>
      <p:sp>
        <p:nvSpPr>
          <p:cNvPr id="5" name="Footer Placeholder 4">
            <a:extLst>
              <a:ext uri="{FF2B5EF4-FFF2-40B4-BE49-F238E27FC236}">
                <a16:creationId xmlns:a16="http://schemas.microsoft.com/office/drawing/2014/main" id="{A7872B22-BAA3-C3F0-33D2-63A49C326EA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56F33C4-8A8D-6E42-834C-851EE02198B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19D99C1-D610-4605-878C-7095C6095A3C}" type="slidenum">
              <a:rPr lang="en-US" smtClean="0"/>
              <a:t>‹#›</a:t>
            </a:fld>
            <a:endParaRPr lang="en-US"/>
          </a:p>
        </p:txBody>
      </p:sp>
    </p:spTree>
    <p:extLst>
      <p:ext uri="{BB962C8B-B14F-4D97-AF65-F5344CB8AC3E}">
        <p14:creationId xmlns:p14="http://schemas.microsoft.com/office/powerpoint/2010/main" val="9071427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78" name="Rectangle 1077">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12191999" cy="6858000"/>
          </a:xfrm>
          <a:prstGeom prst="rect">
            <a:avLst/>
          </a:prstGeom>
          <a:gradFill>
            <a:gsLst>
              <a:gs pos="0">
                <a:schemeClr val="accent1">
                  <a:lumMod val="50000"/>
                </a:schemeClr>
              </a:gs>
              <a:gs pos="100000">
                <a:srgbClr val="000000"/>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0" name="Rectangle 1079">
            <a:extLst>
              <a:ext uri="{FF2B5EF4-FFF2-40B4-BE49-F238E27FC236}">
                <a16:creationId xmlns:a16="http://schemas.microsoft.com/office/drawing/2014/main" id="{5A2875D7-3769-4291-959E-9FAD764A7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3385" y="13128"/>
            <a:ext cx="3620802" cy="6844872"/>
          </a:xfrm>
          <a:prstGeom prst="rect">
            <a:avLst/>
          </a:prstGeom>
          <a:gradFill>
            <a:gsLst>
              <a:gs pos="0">
                <a:srgbClr val="000000">
                  <a:alpha val="72000"/>
                </a:srgbClr>
              </a:gs>
              <a:gs pos="98000">
                <a:schemeClr val="accent1">
                  <a:alpha val="44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82" name="Rectangle 1081">
            <a:extLst>
              <a:ext uri="{FF2B5EF4-FFF2-40B4-BE49-F238E27FC236}">
                <a16:creationId xmlns:a16="http://schemas.microsoft.com/office/drawing/2014/main" id="{AAF055B3-1F95-4ABA-BFE4-A58320A820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607414" y="0"/>
            <a:ext cx="8584585" cy="6400798"/>
          </a:xfrm>
          <a:prstGeom prst="rect">
            <a:avLst/>
          </a:prstGeom>
          <a:gradFill>
            <a:gsLst>
              <a:gs pos="0">
                <a:schemeClr val="accent1">
                  <a:lumMod val="75000"/>
                  <a:alpha val="50000"/>
                </a:schemeClr>
              </a:gs>
              <a:gs pos="99000">
                <a:srgbClr val="000000">
                  <a:alpha val="6500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4" name="Freeform: Shape 1083">
            <a:extLst>
              <a:ext uri="{FF2B5EF4-FFF2-40B4-BE49-F238E27FC236}">
                <a16:creationId xmlns:a16="http://schemas.microsoft.com/office/drawing/2014/main" id="{835682F0-7BC6-4526-8BFA-58EA002C80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1348001" y="892771"/>
            <a:ext cx="4675167" cy="5009112"/>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43000">
                <a:schemeClr val="accent1">
                  <a:lumMod val="60000"/>
                  <a:lumOff val="40000"/>
                  <a:alpha val="0"/>
                </a:schemeClr>
              </a:gs>
              <a:gs pos="100000">
                <a:schemeClr val="accent1">
                  <a:alpha val="2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86" name="Rectangle 1085">
            <a:extLst>
              <a:ext uri="{FF2B5EF4-FFF2-40B4-BE49-F238E27FC236}">
                <a16:creationId xmlns:a16="http://schemas.microsoft.com/office/drawing/2014/main" id="{1F0DF0F3-0179-4A8A-92E0-932C473DA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3389" y="13127"/>
            <a:ext cx="3620804" cy="6387672"/>
          </a:xfrm>
          <a:prstGeom prst="rect">
            <a:avLst/>
          </a:prstGeom>
          <a:gradFill>
            <a:gsLst>
              <a:gs pos="25000">
                <a:schemeClr val="accent1">
                  <a:lumMod val="75000"/>
                  <a:alpha val="0"/>
                </a:schemeClr>
              </a:gs>
              <a:gs pos="100000">
                <a:srgbClr val="000000">
                  <a:alpha val="50000"/>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ubtitle 2">
            <a:extLst>
              <a:ext uri="{FF2B5EF4-FFF2-40B4-BE49-F238E27FC236}">
                <a16:creationId xmlns:a16="http://schemas.microsoft.com/office/drawing/2014/main" id="{144F1F59-A2E3-7F03-17FB-4E995A30C76C}"/>
              </a:ext>
            </a:extLst>
          </p:cNvPr>
          <p:cNvSpPr>
            <a:spLocks noGrp="1"/>
          </p:cNvSpPr>
          <p:nvPr>
            <p:ph type="subTitle" idx="1"/>
          </p:nvPr>
        </p:nvSpPr>
        <p:spPr>
          <a:xfrm>
            <a:off x="5984590" y="4022796"/>
            <a:ext cx="5822333" cy="2441447"/>
          </a:xfrm>
        </p:spPr>
        <p:txBody>
          <a:bodyPr>
            <a:noAutofit/>
          </a:bodyPr>
          <a:lstStyle/>
          <a:p>
            <a:pPr algn="r"/>
            <a:endParaRPr lang="lv-LV" sz="1600" dirty="0">
              <a:solidFill>
                <a:srgbClr val="FFFFFF"/>
              </a:solidFill>
            </a:endParaRPr>
          </a:p>
          <a:p>
            <a:pPr algn="r"/>
            <a:r>
              <a:rPr lang="en-US" sz="1600" dirty="0">
                <a:solidFill>
                  <a:srgbClr val="FFFFFF"/>
                </a:solidFill>
              </a:rPr>
              <a:t>Al</a:t>
            </a:r>
            <a:r>
              <a:rPr lang="lv-LV" sz="1600" dirty="0">
                <a:solidFill>
                  <a:srgbClr val="FFFFFF"/>
                </a:solidFill>
              </a:rPr>
              <a:t>īna Žogota</a:t>
            </a:r>
            <a:r>
              <a:rPr lang="en-US" sz="1600" dirty="0">
                <a:solidFill>
                  <a:srgbClr val="FFFFFF"/>
                </a:solidFill>
              </a:rPr>
              <a:t>-</a:t>
            </a:r>
            <a:r>
              <a:rPr lang="en-US" sz="1600" dirty="0" err="1">
                <a:solidFill>
                  <a:srgbClr val="FFFFFF"/>
                </a:solidFill>
              </a:rPr>
              <a:t>Kiliča</a:t>
            </a:r>
            <a:endParaRPr lang="en-US" sz="1600" dirty="0">
              <a:solidFill>
                <a:srgbClr val="FFFFFF"/>
              </a:solidFill>
            </a:endParaRPr>
          </a:p>
          <a:p>
            <a:pPr algn="r"/>
            <a:r>
              <a:rPr lang="en-US" sz="1600" dirty="0">
                <a:solidFill>
                  <a:srgbClr val="FFFFFF"/>
                </a:solidFill>
              </a:rPr>
              <a:t>RTU Digital Humanities Masters </a:t>
            </a:r>
            <a:r>
              <a:rPr lang="en-US" sz="1600" dirty="0" err="1">
                <a:solidFill>
                  <a:srgbClr val="FFFFFF"/>
                </a:solidFill>
              </a:rPr>
              <a:t>Programme</a:t>
            </a:r>
            <a:endParaRPr lang="en-US" sz="1600" dirty="0">
              <a:solidFill>
                <a:srgbClr val="FFFFFF"/>
              </a:solidFill>
            </a:endParaRPr>
          </a:p>
          <a:p>
            <a:pPr algn="r"/>
            <a:r>
              <a:rPr lang="en-US" sz="1600" dirty="0">
                <a:solidFill>
                  <a:srgbClr val="FFFFFF"/>
                </a:solidFill>
              </a:rPr>
              <a:t>Masters Thesis Presentation</a:t>
            </a:r>
          </a:p>
          <a:p>
            <a:pPr algn="r"/>
            <a:r>
              <a:rPr lang="en-US" sz="1600" dirty="0">
                <a:solidFill>
                  <a:srgbClr val="FFFFFF"/>
                </a:solidFill>
              </a:rPr>
              <a:t>Scientific adviser RTU FCSITE docent </a:t>
            </a:r>
          </a:p>
          <a:p>
            <a:pPr algn="r"/>
            <a:r>
              <a:rPr lang="en-US" sz="1600" dirty="0">
                <a:solidFill>
                  <a:srgbClr val="FFFFFF"/>
                </a:solidFill>
              </a:rPr>
              <a:t>Ilze Andersone</a:t>
            </a:r>
          </a:p>
          <a:p>
            <a:pPr algn="r"/>
            <a:r>
              <a:rPr lang="en-US" sz="1600" dirty="0">
                <a:solidFill>
                  <a:srgbClr val="FFFFFF"/>
                </a:solidFill>
              </a:rPr>
              <a:t>December 16, 2025</a:t>
            </a:r>
            <a:endParaRPr lang="lv-LV" sz="1600" dirty="0">
              <a:solidFill>
                <a:srgbClr val="FFFFFF"/>
              </a:solidFill>
            </a:endParaRPr>
          </a:p>
        </p:txBody>
      </p:sp>
      <p:sp>
        <p:nvSpPr>
          <p:cNvPr id="2" name="Title 1">
            <a:extLst>
              <a:ext uri="{FF2B5EF4-FFF2-40B4-BE49-F238E27FC236}">
                <a16:creationId xmlns:a16="http://schemas.microsoft.com/office/drawing/2014/main" id="{8A45002D-0F23-1E97-0B41-65D20F50F52E}"/>
              </a:ext>
            </a:extLst>
          </p:cNvPr>
          <p:cNvSpPr>
            <a:spLocks noGrp="1"/>
          </p:cNvSpPr>
          <p:nvPr>
            <p:ph type="ctrTitle"/>
          </p:nvPr>
        </p:nvSpPr>
        <p:spPr>
          <a:xfrm>
            <a:off x="1483467" y="1417320"/>
            <a:ext cx="8599905" cy="2971236"/>
          </a:xfrm>
        </p:spPr>
        <p:txBody>
          <a:bodyPr>
            <a:normAutofit/>
          </a:bodyPr>
          <a:lstStyle/>
          <a:p>
            <a:r>
              <a:rPr lang="en-US" sz="4000" dirty="0">
                <a:solidFill>
                  <a:srgbClr val="FFFFFF"/>
                </a:solidFill>
              </a:rPr>
              <a:t>“Improving an Academic Information System through Cognitive Load Principles and User-Centered Information Architecture: A Case Study of LUIS”</a:t>
            </a:r>
          </a:p>
        </p:txBody>
      </p:sp>
      <p:sp>
        <p:nvSpPr>
          <p:cNvPr id="4" name="Slide Number Placeholder 3">
            <a:extLst>
              <a:ext uri="{FF2B5EF4-FFF2-40B4-BE49-F238E27FC236}">
                <a16:creationId xmlns:a16="http://schemas.microsoft.com/office/drawing/2014/main" id="{3F0F1582-76C9-890A-014E-16AA9EE105D6}"/>
              </a:ext>
            </a:extLst>
          </p:cNvPr>
          <p:cNvSpPr>
            <a:spLocks noGrp="1"/>
          </p:cNvSpPr>
          <p:nvPr>
            <p:ph type="sldNum" sz="quarter" idx="12"/>
          </p:nvPr>
        </p:nvSpPr>
        <p:spPr/>
        <p:txBody>
          <a:bodyPr/>
          <a:lstStyle/>
          <a:p>
            <a:fld id="{B19D99C1-D610-4605-878C-7095C6095A3C}" type="slidenum">
              <a:rPr lang="en-US" smtClean="0"/>
              <a:t>1</a:t>
            </a:fld>
            <a:endParaRPr lang="en-US"/>
          </a:p>
        </p:txBody>
      </p:sp>
    </p:spTree>
    <p:extLst>
      <p:ext uri="{BB962C8B-B14F-4D97-AF65-F5344CB8AC3E}">
        <p14:creationId xmlns:p14="http://schemas.microsoft.com/office/powerpoint/2010/main" val="23282310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A64A609-DF0A-8B0F-BF97-86CEED99D6B2}"/>
            </a:ext>
          </a:extLst>
        </p:cNvPr>
        <p:cNvGrpSpPr/>
        <p:nvPr/>
      </p:nvGrpSpPr>
      <p:grpSpPr>
        <a:xfrm>
          <a:off x="0" y="0"/>
          <a:ext cx="0" cy="0"/>
          <a:chOff x="0" y="0"/>
          <a:chExt cx="0" cy="0"/>
        </a:xfrm>
      </p:grpSpPr>
      <p:sp useBgFill="1">
        <p:nvSpPr>
          <p:cNvPr id="100" name="Rectangle 99">
            <a:extLst>
              <a:ext uri="{FF2B5EF4-FFF2-40B4-BE49-F238E27FC236}">
                <a16:creationId xmlns:a16="http://schemas.microsoft.com/office/drawing/2014/main" id="{1F74350E-AFEF-22C5-94B0-699351A907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2" name="Rectangle 101">
            <a:extLst>
              <a:ext uri="{FF2B5EF4-FFF2-40B4-BE49-F238E27FC236}">
                <a16:creationId xmlns:a16="http://schemas.microsoft.com/office/drawing/2014/main" id="{93F0FDE8-3825-CEC2-FB5E-639C1B7B24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103">
            <a:extLst>
              <a:ext uri="{FF2B5EF4-FFF2-40B4-BE49-F238E27FC236}">
                <a16:creationId xmlns:a16="http://schemas.microsoft.com/office/drawing/2014/main" id="{F4D0E049-8B80-76F9-539A-F2333015B4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a:extLst>
              <a:ext uri="{FF2B5EF4-FFF2-40B4-BE49-F238E27FC236}">
                <a16:creationId xmlns:a16="http://schemas.microsoft.com/office/drawing/2014/main" id="{D4AAED6C-C02B-2B33-3EF8-5034C5CC69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a:extLst>
              <a:ext uri="{FF2B5EF4-FFF2-40B4-BE49-F238E27FC236}">
                <a16:creationId xmlns:a16="http://schemas.microsoft.com/office/drawing/2014/main" id="{47590627-4510-519A-C9E1-1171267CC1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0" name="Freeform: Shape 109">
            <a:extLst>
              <a:ext uri="{FF2B5EF4-FFF2-40B4-BE49-F238E27FC236}">
                <a16:creationId xmlns:a16="http://schemas.microsoft.com/office/drawing/2014/main" id="{258AC63D-61AF-F6AE-C108-5853B0E836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2" name="Rectangle 111">
            <a:extLst>
              <a:ext uri="{FF2B5EF4-FFF2-40B4-BE49-F238E27FC236}">
                <a16:creationId xmlns:a16="http://schemas.microsoft.com/office/drawing/2014/main" id="{0485FF31-B3B7-5E32-2F77-1809535AE6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A17A214-2A8F-ECBB-A44E-874234797864}"/>
              </a:ext>
            </a:extLst>
          </p:cNvPr>
          <p:cNvSpPr>
            <a:spLocks noGrp="1"/>
          </p:cNvSpPr>
          <p:nvPr>
            <p:ph type="title"/>
          </p:nvPr>
        </p:nvSpPr>
        <p:spPr>
          <a:xfrm>
            <a:off x="941832" y="2395728"/>
            <a:ext cx="2726256" cy="1578624"/>
          </a:xfrm>
        </p:spPr>
        <p:txBody>
          <a:bodyPr anchor="b">
            <a:normAutofit fontScale="90000"/>
          </a:bodyPr>
          <a:lstStyle/>
          <a:p>
            <a:pPr algn="r"/>
            <a:r>
              <a:rPr lang="en-US" sz="4000" dirty="0">
                <a:solidFill>
                  <a:srgbClr val="FFFFFF"/>
                </a:solidFill>
              </a:rPr>
              <a:t>Digital Humanities Framework</a:t>
            </a:r>
          </a:p>
        </p:txBody>
      </p:sp>
      <p:sp>
        <p:nvSpPr>
          <p:cNvPr id="7" name="Rectangle 1">
            <a:extLst>
              <a:ext uri="{FF2B5EF4-FFF2-40B4-BE49-F238E27FC236}">
                <a16:creationId xmlns:a16="http://schemas.microsoft.com/office/drawing/2014/main" id="{31F614DC-B730-C027-2FF9-2BEEB09DC2FC}"/>
              </a:ext>
            </a:extLst>
          </p:cNvPr>
          <p:cNvSpPr>
            <a:spLocks noGrp="1" noChangeArrowheads="1"/>
          </p:cNvSpPr>
          <p:nvPr>
            <p:ph idx="1"/>
          </p:nvPr>
        </p:nvSpPr>
        <p:spPr bwMode="auto">
          <a:xfrm>
            <a:off x="4553367" y="768859"/>
            <a:ext cx="7059075" cy="481863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indent="0">
              <a:lnSpc>
                <a:spcPct val="115000"/>
              </a:lnSpc>
              <a:spcAft>
                <a:spcPts val="800"/>
              </a:spcAft>
              <a:buNone/>
            </a:pPr>
            <a:r>
              <a:rPr lang="en-US" sz="2400" b="1" kern="100" dirty="0">
                <a:latin typeface="+mj-lt"/>
                <a:ea typeface="Aptos" panose="020B0004020202020204" pitchFamily="34" charset="0"/>
                <a:cs typeface="Times New Roman" panose="02020603050405020304" pitchFamily="18" charset="0"/>
              </a:rPr>
              <a:t>Academic systems as digital infrastructures</a:t>
            </a:r>
          </a:p>
          <a:p>
            <a:pPr marL="1097280" indent="-457200">
              <a:lnSpc>
                <a:spcPct val="100000"/>
              </a:lnSpc>
              <a:spcBef>
                <a:spcPts val="0"/>
              </a:spcBef>
              <a:spcAft>
                <a:spcPts val="600"/>
              </a:spcAft>
            </a:pPr>
            <a:r>
              <a:rPr lang="en-US" sz="2200" kern="100" dirty="0">
                <a:latin typeface="+mj-lt"/>
                <a:ea typeface="Aptos" panose="020B0004020202020204" pitchFamily="34" charset="0"/>
                <a:cs typeface="Times New Roman" panose="02020603050405020304" pitchFamily="18" charset="0"/>
              </a:rPr>
              <a:t>Language</a:t>
            </a:r>
          </a:p>
          <a:p>
            <a:pPr marL="1097280" indent="-457200">
              <a:lnSpc>
                <a:spcPct val="100000"/>
              </a:lnSpc>
              <a:spcBef>
                <a:spcPts val="0"/>
              </a:spcBef>
              <a:spcAft>
                <a:spcPts val="600"/>
              </a:spcAft>
            </a:pPr>
            <a:r>
              <a:rPr lang="en-US" sz="2200" kern="100" dirty="0">
                <a:latin typeface="+mj-lt"/>
                <a:ea typeface="Aptos" panose="020B0004020202020204" pitchFamily="34" charset="0"/>
                <a:cs typeface="Times New Roman" panose="02020603050405020304" pitchFamily="18" charset="0"/>
              </a:rPr>
              <a:t>Structure</a:t>
            </a:r>
          </a:p>
          <a:p>
            <a:pPr marL="1097280" indent="-457200">
              <a:lnSpc>
                <a:spcPct val="100000"/>
              </a:lnSpc>
              <a:spcBef>
                <a:spcPts val="0"/>
              </a:spcBef>
              <a:spcAft>
                <a:spcPts val="600"/>
              </a:spcAft>
            </a:pPr>
            <a:r>
              <a:rPr lang="en-US" sz="2200" kern="100" dirty="0">
                <a:latin typeface="+mj-lt"/>
                <a:ea typeface="Aptos" panose="020B0004020202020204" pitchFamily="34" charset="0"/>
                <a:cs typeface="Times New Roman" panose="02020603050405020304" pitchFamily="18" charset="0"/>
              </a:rPr>
              <a:t>Institutional practice</a:t>
            </a:r>
            <a:endParaRPr lang="en-US" sz="2200" b="1" kern="100" dirty="0">
              <a:latin typeface="+mj-lt"/>
              <a:ea typeface="Aptos" panose="020B0004020202020204" pitchFamily="34" charset="0"/>
              <a:cs typeface="Times New Roman" panose="02020603050405020304" pitchFamily="18" charset="0"/>
            </a:endParaRPr>
          </a:p>
          <a:p>
            <a:pPr marL="0" marR="0" indent="0">
              <a:lnSpc>
                <a:spcPct val="115000"/>
              </a:lnSpc>
              <a:spcAft>
                <a:spcPts val="800"/>
              </a:spcAft>
              <a:buNone/>
            </a:pPr>
            <a:r>
              <a:rPr lang="en-US" sz="2400" b="1" kern="100" dirty="0">
                <a:latin typeface="+mj-lt"/>
                <a:ea typeface="Aptos" panose="020B0004020202020204" pitchFamily="34" charset="0"/>
                <a:cs typeface="Times New Roman" panose="02020603050405020304" pitchFamily="18" charset="0"/>
              </a:rPr>
              <a:t>Methods</a:t>
            </a:r>
          </a:p>
          <a:p>
            <a:pPr marL="1097280" indent="-457200">
              <a:lnSpc>
                <a:spcPct val="110000"/>
              </a:lnSpc>
              <a:spcBef>
                <a:spcPts val="0"/>
              </a:spcBef>
            </a:pPr>
            <a:r>
              <a:rPr lang="en-US" sz="2200" kern="100" dirty="0">
                <a:latin typeface="+mj-lt"/>
                <a:ea typeface="Aptos" panose="020B0004020202020204" pitchFamily="34" charset="0"/>
                <a:cs typeface="Times New Roman" panose="02020603050405020304" pitchFamily="18" charset="0"/>
              </a:rPr>
              <a:t>User data</a:t>
            </a:r>
          </a:p>
          <a:p>
            <a:pPr marL="1097280" indent="-457200">
              <a:lnSpc>
                <a:spcPct val="110000"/>
              </a:lnSpc>
              <a:spcBef>
                <a:spcPts val="0"/>
              </a:spcBef>
            </a:pPr>
            <a:r>
              <a:rPr lang="en-US" sz="2200" kern="100" dirty="0">
                <a:latin typeface="+mj-lt"/>
                <a:ea typeface="Aptos" panose="020B0004020202020204" pitchFamily="34" charset="0"/>
                <a:cs typeface="Times New Roman" panose="02020603050405020304" pitchFamily="18" charset="0"/>
              </a:rPr>
              <a:t>Computational analysis</a:t>
            </a:r>
          </a:p>
          <a:p>
            <a:pPr marL="1097280" indent="-457200">
              <a:lnSpc>
                <a:spcPct val="110000"/>
              </a:lnSpc>
              <a:spcBef>
                <a:spcPts val="0"/>
              </a:spcBef>
            </a:pPr>
            <a:r>
              <a:rPr lang="en-US" sz="2200" kern="100" dirty="0">
                <a:latin typeface="+mj-lt"/>
                <a:ea typeface="Aptos" panose="020B0004020202020204" pitchFamily="34" charset="0"/>
                <a:cs typeface="Times New Roman" panose="02020603050405020304" pitchFamily="18" charset="0"/>
              </a:rPr>
              <a:t>Human interpretation</a:t>
            </a:r>
          </a:p>
        </p:txBody>
      </p:sp>
      <p:sp>
        <p:nvSpPr>
          <p:cNvPr id="3" name="Slide Number Placeholder 2">
            <a:extLst>
              <a:ext uri="{FF2B5EF4-FFF2-40B4-BE49-F238E27FC236}">
                <a16:creationId xmlns:a16="http://schemas.microsoft.com/office/drawing/2014/main" id="{1DE5D3C8-7C58-5440-E518-2537FCB2B3BA}"/>
              </a:ext>
            </a:extLst>
          </p:cNvPr>
          <p:cNvSpPr>
            <a:spLocks noGrp="1"/>
          </p:cNvSpPr>
          <p:nvPr>
            <p:ph type="sldNum" sz="quarter" idx="12"/>
          </p:nvPr>
        </p:nvSpPr>
        <p:spPr/>
        <p:txBody>
          <a:bodyPr/>
          <a:lstStyle/>
          <a:p>
            <a:fld id="{B19D99C1-D610-4605-878C-7095C6095A3C}" type="slidenum">
              <a:rPr lang="en-US" smtClean="0"/>
              <a:t>2</a:t>
            </a:fld>
            <a:endParaRPr lang="en-US"/>
          </a:p>
        </p:txBody>
      </p:sp>
    </p:spTree>
    <p:extLst>
      <p:ext uri="{BB962C8B-B14F-4D97-AF65-F5344CB8AC3E}">
        <p14:creationId xmlns:p14="http://schemas.microsoft.com/office/powerpoint/2010/main" val="29465189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2F746F2-2705-B239-D11F-02EF9410EF6A}"/>
            </a:ext>
          </a:extLst>
        </p:cNvPr>
        <p:cNvGrpSpPr/>
        <p:nvPr/>
      </p:nvGrpSpPr>
      <p:grpSpPr>
        <a:xfrm>
          <a:off x="0" y="0"/>
          <a:ext cx="0" cy="0"/>
          <a:chOff x="0" y="0"/>
          <a:chExt cx="0" cy="0"/>
        </a:xfrm>
      </p:grpSpPr>
      <p:sp useBgFill="1">
        <p:nvSpPr>
          <p:cNvPr id="100" name="Rectangle 99">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2" name="Rectangle 101">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103">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0" name="Freeform: Shape 109">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2" name="Rectangle 111">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0BE5A7-B550-DC40-A1D7-C61250F2103A}"/>
              </a:ext>
            </a:extLst>
          </p:cNvPr>
          <p:cNvSpPr>
            <a:spLocks noGrp="1"/>
          </p:cNvSpPr>
          <p:nvPr>
            <p:ph type="title"/>
          </p:nvPr>
        </p:nvSpPr>
        <p:spPr>
          <a:xfrm>
            <a:off x="466722" y="2395728"/>
            <a:ext cx="3201366" cy="1578624"/>
          </a:xfrm>
        </p:spPr>
        <p:txBody>
          <a:bodyPr anchor="b">
            <a:normAutofit/>
          </a:bodyPr>
          <a:lstStyle/>
          <a:p>
            <a:pPr algn="r"/>
            <a:r>
              <a:rPr lang="en-US" sz="4000" dirty="0">
                <a:solidFill>
                  <a:srgbClr val="FFFFFF"/>
                </a:solidFill>
              </a:rPr>
              <a:t>Problem &amp; Motivation</a:t>
            </a:r>
          </a:p>
        </p:txBody>
      </p:sp>
      <p:sp>
        <p:nvSpPr>
          <p:cNvPr id="7" name="Rectangle 1">
            <a:extLst>
              <a:ext uri="{FF2B5EF4-FFF2-40B4-BE49-F238E27FC236}">
                <a16:creationId xmlns:a16="http://schemas.microsoft.com/office/drawing/2014/main" id="{3327F409-198A-8576-10D8-3D0CD9549343}"/>
              </a:ext>
            </a:extLst>
          </p:cNvPr>
          <p:cNvSpPr>
            <a:spLocks noGrp="1" noChangeArrowheads="1"/>
          </p:cNvSpPr>
          <p:nvPr>
            <p:ph idx="1"/>
          </p:nvPr>
        </p:nvSpPr>
        <p:spPr bwMode="auto">
          <a:xfrm>
            <a:off x="4581237" y="649480"/>
            <a:ext cx="6784370" cy="554604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fontScale="77500" lnSpcReduction="20000"/>
          </a:bodyPr>
          <a:lstStyle/>
          <a:p>
            <a:pPr marL="0" marR="0" indent="0">
              <a:lnSpc>
                <a:spcPct val="115000"/>
              </a:lnSpc>
              <a:spcAft>
                <a:spcPts val="800"/>
              </a:spcAft>
              <a:buNone/>
            </a:pPr>
            <a:r>
              <a:rPr lang="en-US" sz="3100" b="1" kern="100" dirty="0">
                <a:latin typeface="+mj-lt"/>
                <a:ea typeface="Aptos" panose="020B0004020202020204" pitchFamily="34" charset="0"/>
                <a:cs typeface="Times New Roman" panose="02020603050405020304" pitchFamily="18" charset="0"/>
              </a:rPr>
              <a:t>DH context: </a:t>
            </a:r>
          </a:p>
          <a:p>
            <a:pPr marL="0" marR="0" indent="0">
              <a:lnSpc>
                <a:spcPct val="115000"/>
              </a:lnSpc>
              <a:spcAft>
                <a:spcPts val="800"/>
              </a:spcAft>
              <a:buNone/>
            </a:pPr>
            <a:r>
              <a:rPr lang="en-US" kern="100" dirty="0">
                <a:latin typeface="+mj-lt"/>
                <a:ea typeface="Aptos" panose="020B0004020202020204" pitchFamily="34" charset="0"/>
                <a:cs typeface="Times New Roman" panose="02020603050405020304" pitchFamily="18" charset="0"/>
              </a:rPr>
              <a:t>Latvia is planning to merge and replace current academic platforms (LUIS, VIIS, ORTUS) under a new national digital architecture.</a:t>
            </a:r>
          </a:p>
          <a:p>
            <a:pPr marL="0" marR="0" indent="0">
              <a:lnSpc>
                <a:spcPct val="115000"/>
              </a:lnSpc>
              <a:spcAft>
                <a:spcPts val="800"/>
              </a:spcAft>
              <a:buNone/>
            </a:pPr>
            <a:r>
              <a:rPr lang="en-US" sz="3100" b="1" kern="100" dirty="0">
                <a:latin typeface="+mj-lt"/>
                <a:ea typeface="Aptos" panose="020B0004020202020204" pitchFamily="34" charset="0"/>
                <a:cs typeface="Times New Roman" panose="02020603050405020304" pitchFamily="18" charset="0"/>
              </a:rPr>
              <a:t>Why this matters: </a:t>
            </a:r>
          </a:p>
          <a:p>
            <a:pPr marL="0" marR="0" indent="0">
              <a:lnSpc>
                <a:spcPct val="115000"/>
              </a:lnSpc>
              <a:spcAft>
                <a:spcPts val="800"/>
              </a:spcAft>
              <a:buNone/>
            </a:pPr>
            <a:r>
              <a:rPr lang="en-US" kern="100" dirty="0">
                <a:latin typeface="+mj-lt"/>
                <a:ea typeface="Aptos" panose="020B0004020202020204" pitchFamily="34" charset="0"/>
                <a:cs typeface="Times New Roman" panose="02020603050405020304" pitchFamily="18" charset="0"/>
              </a:rPr>
              <a:t>Today, users report navigation friction, unclear terminology, hidden actions, and slow feedback in LUIS.</a:t>
            </a:r>
          </a:p>
          <a:p>
            <a:pPr marL="0" marR="0" indent="0">
              <a:lnSpc>
                <a:spcPct val="115000"/>
              </a:lnSpc>
              <a:spcAft>
                <a:spcPts val="800"/>
              </a:spcAft>
              <a:buNone/>
            </a:pPr>
            <a:r>
              <a:rPr lang="en-US" sz="3100" b="1" kern="100" dirty="0">
                <a:latin typeface="+mj-lt"/>
                <a:ea typeface="Aptos" panose="020B0004020202020204" pitchFamily="34" charset="0"/>
                <a:cs typeface="Times New Roman" panose="02020603050405020304" pitchFamily="18" charset="0"/>
              </a:rPr>
              <a:t>Opportunity: </a:t>
            </a:r>
          </a:p>
          <a:p>
            <a:pPr marL="0" marR="0" indent="0">
              <a:lnSpc>
                <a:spcPct val="115000"/>
              </a:lnSpc>
              <a:spcAft>
                <a:spcPts val="800"/>
              </a:spcAft>
              <a:buNone/>
            </a:pPr>
            <a:r>
              <a:rPr lang="en-US" kern="100" dirty="0">
                <a:latin typeface="+mj-lt"/>
                <a:ea typeface="Aptos" panose="020B0004020202020204" pitchFamily="34" charset="0"/>
                <a:cs typeface="Times New Roman" panose="02020603050405020304" pitchFamily="18" charset="0"/>
              </a:rPr>
              <a:t>LUIS is still used daily, so it gives a real chance to collect user evidence now and use it to design the next system better (based on cognitive load + information architecture).</a:t>
            </a:r>
            <a:endParaRPr kumimoji="0" lang="en-US" altLang="en-US" i="0" u="none" strike="noStrike" cap="none" normalizeH="0" baseline="0" dirty="0">
              <a:ln>
                <a:noFill/>
              </a:ln>
              <a:effectLst/>
              <a:latin typeface="Aptos Body"/>
            </a:endParaRPr>
          </a:p>
        </p:txBody>
      </p:sp>
      <p:sp>
        <p:nvSpPr>
          <p:cNvPr id="3" name="Slide Number Placeholder 2">
            <a:extLst>
              <a:ext uri="{FF2B5EF4-FFF2-40B4-BE49-F238E27FC236}">
                <a16:creationId xmlns:a16="http://schemas.microsoft.com/office/drawing/2014/main" id="{9A3F2F54-F632-CED4-3B46-4D3D6DAF5585}"/>
              </a:ext>
            </a:extLst>
          </p:cNvPr>
          <p:cNvSpPr>
            <a:spLocks noGrp="1"/>
          </p:cNvSpPr>
          <p:nvPr>
            <p:ph type="sldNum" sz="quarter" idx="12"/>
          </p:nvPr>
        </p:nvSpPr>
        <p:spPr/>
        <p:txBody>
          <a:bodyPr/>
          <a:lstStyle/>
          <a:p>
            <a:fld id="{B19D99C1-D610-4605-878C-7095C6095A3C}" type="slidenum">
              <a:rPr lang="en-US" smtClean="0"/>
              <a:t>3</a:t>
            </a:fld>
            <a:endParaRPr lang="en-US"/>
          </a:p>
        </p:txBody>
      </p:sp>
    </p:spTree>
    <p:extLst>
      <p:ext uri="{BB962C8B-B14F-4D97-AF65-F5344CB8AC3E}">
        <p14:creationId xmlns:p14="http://schemas.microsoft.com/office/powerpoint/2010/main" val="8896132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DEA7A27-4D0C-7ED6-A3B6-1BAE853D34F2}"/>
            </a:ext>
          </a:extLst>
        </p:cNvPr>
        <p:cNvGrpSpPr/>
        <p:nvPr/>
      </p:nvGrpSpPr>
      <p:grpSpPr>
        <a:xfrm>
          <a:off x="0" y="0"/>
          <a:ext cx="0" cy="0"/>
          <a:chOff x="0" y="0"/>
          <a:chExt cx="0" cy="0"/>
        </a:xfrm>
      </p:grpSpPr>
      <p:sp useBgFill="1">
        <p:nvSpPr>
          <p:cNvPr id="1183" name="Rectangle 1182">
            <a:extLst>
              <a:ext uri="{FF2B5EF4-FFF2-40B4-BE49-F238E27FC236}">
                <a16:creationId xmlns:a16="http://schemas.microsoft.com/office/drawing/2014/main" id="{2698752C-C827-E95C-86EA-DF2852D027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85" name="Rectangle 1184">
            <a:extLst>
              <a:ext uri="{FF2B5EF4-FFF2-40B4-BE49-F238E27FC236}">
                <a16:creationId xmlns:a16="http://schemas.microsoft.com/office/drawing/2014/main" id="{24BA444F-070A-2D5C-DEB8-00B3F02D1C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7" name="Rectangle 1186">
            <a:extLst>
              <a:ext uri="{FF2B5EF4-FFF2-40B4-BE49-F238E27FC236}">
                <a16:creationId xmlns:a16="http://schemas.microsoft.com/office/drawing/2014/main" id="{290BEC8C-79EC-DEB2-BCEE-A54F9BC4D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9" name="Rectangle 1188">
            <a:extLst>
              <a:ext uri="{FF2B5EF4-FFF2-40B4-BE49-F238E27FC236}">
                <a16:creationId xmlns:a16="http://schemas.microsoft.com/office/drawing/2014/main" id="{14A008FA-8CF9-2AE0-8094-EA2D81AD18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1" name="Rectangle 1190">
            <a:extLst>
              <a:ext uri="{FF2B5EF4-FFF2-40B4-BE49-F238E27FC236}">
                <a16:creationId xmlns:a16="http://schemas.microsoft.com/office/drawing/2014/main" id="{91D5397F-99D8-115B-E5BF-9254BE902E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93" name="Freeform: Shape 1192">
            <a:extLst>
              <a:ext uri="{FF2B5EF4-FFF2-40B4-BE49-F238E27FC236}">
                <a16:creationId xmlns:a16="http://schemas.microsoft.com/office/drawing/2014/main" id="{3F48FEE2-4398-5E31-B714-BB579B6695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95" name="Rectangle 1194">
            <a:extLst>
              <a:ext uri="{FF2B5EF4-FFF2-40B4-BE49-F238E27FC236}">
                <a16:creationId xmlns:a16="http://schemas.microsoft.com/office/drawing/2014/main" id="{CC87948E-5463-7625-F90D-028DA54F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6D9A7B-4A58-D135-B63C-99A94DC7ACEE}"/>
              </a:ext>
            </a:extLst>
          </p:cNvPr>
          <p:cNvSpPr>
            <a:spLocks noGrp="1"/>
          </p:cNvSpPr>
          <p:nvPr>
            <p:ph type="ctrTitle"/>
          </p:nvPr>
        </p:nvSpPr>
        <p:spPr>
          <a:xfrm>
            <a:off x="384048" y="1920240"/>
            <a:ext cx="3443773" cy="2549155"/>
          </a:xfrm>
        </p:spPr>
        <p:txBody>
          <a:bodyPr vert="horz" lIns="91440" tIns="45720" rIns="91440" bIns="45720" rtlCol="0" anchor="b">
            <a:noAutofit/>
          </a:bodyPr>
          <a:lstStyle/>
          <a:p>
            <a:pPr algn="r"/>
            <a:r>
              <a:rPr lang="en-US" sz="4000" dirty="0">
                <a:solidFill>
                  <a:srgbClr val="FFFFFF"/>
                </a:solidFill>
              </a:rPr>
              <a:t>Research Aim </a:t>
            </a:r>
            <a:br>
              <a:rPr lang="en-US" sz="4000" dirty="0">
                <a:solidFill>
                  <a:srgbClr val="FFFFFF"/>
                </a:solidFill>
              </a:rPr>
            </a:br>
            <a:r>
              <a:rPr lang="en-US" sz="4000" dirty="0">
                <a:solidFill>
                  <a:srgbClr val="FFFFFF"/>
                </a:solidFill>
              </a:rPr>
              <a:t>&amp; </a:t>
            </a:r>
            <a:br>
              <a:rPr lang="en-US" sz="4000" dirty="0">
                <a:solidFill>
                  <a:srgbClr val="FFFFFF"/>
                </a:solidFill>
              </a:rPr>
            </a:br>
            <a:r>
              <a:rPr lang="en-US" sz="4000" dirty="0">
                <a:solidFill>
                  <a:srgbClr val="FFFFFF"/>
                </a:solidFill>
              </a:rPr>
              <a:t>Questio</a:t>
            </a:r>
            <a:r>
              <a:rPr lang="en-US" sz="4400" dirty="0">
                <a:solidFill>
                  <a:srgbClr val="FFFFFF"/>
                </a:solidFill>
              </a:rPr>
              <a:t>n</a:t>
            </a:r>
            <a:endParaRPr lang="en-US" sz="2800" kern="1200" dirty="0">
              <a:solidFill>
                <a:srgbClr val="FFFFFF"/>
              </a:solidFill>
              <a:latin typeface="+mj-lt"/>
              <a:ea typeface="+mj-ea"/>
              <a:cs typeface="+mj-cs"/>
            </a:endParaRPr>
          </a:p>
        </p:txBody>
      </p:sp>
      <p:sp>
        <p:nvSpPr>
          <p:cNvPr id="5" name="TextBox 4">
            <a:extLst>
              <a:ext uri="{FF2B5EF4-FFF2-40B4-BE49-F238E27FC236}">
                <a16:creationId xmlns:a16="http://schemas.microsoft.com/office/drawing/2014/main" id="{2533E8BF-A840-8237-AB4E-EA9576CF12F1}"/>
              </a:ext>
            </a:extLst>
          </p:cNvPr>
          <p:cNvSpPr txBox="1"/>
          <p:nvPr/>
        </p:nvSpPr>
        <p:spPr>
          <a:xfrm>
            <a:off x="4459135" y="852275"/>
            <a:ext cx="6527421" cy="5133169"/>
          </a:xfrm>
          <a:prstGeom prst="rect">
            <a:avLst/>
          </a:prstGeom>
        </p:spPr>
        <p:txBody>
          <a:bodyPr vert="horz" lIns="91440" tIns="45720" rIns="91440" bIns="45720" rtlCol="0" anchor="ctr">
            <a:normAutofit/>
          </a:bodyPr>
          <a:lstStyle/>
          <a:p>
            <a:endParaRPr lang="en-US" dirty="0">
              <a:effectLst/>
            </a:endParaRPr>
          </a:p>
        </p:txBody>
      </p:sp>
      <p:sp>
        <p:nvSpPr>
          <p:cNvPr id="10" name="TextBox 9">
            <a:extLst>
              <a:ext uri="{FF2B5EF4-FFF2-40B4-BE49-F238E27FC236}">
                <a16:creationId xmlns:a16="http://schemas.microsoft.com/office/drawing/2014/main" id="{1A04B988-4C5F-9B1D-EDCB-A6A2E33D7CBC}"/>
              </a:ext>
            </a:extLst>
          </p:cNvPr>
          <p:cNvSpPr txBox="1"/>
          <p:nvPr/>
        </p:nvSpPr>
        <p:spPr>
          <a:xfrm>
            <a:off x="4838184" y="649480"/>
            <a:ext cx="6527421" cy="5546047"/>
          </a:xfrm>
          <a:prstGeom prst="rect">
            <a:avLst/>
          </a:prstGeom>
        </p:spPr>
        <p:txBody>
          <a:bodyPr vert="horz" lIns="91440" tIns="45720" rIns="91440" bIns="45720" rtlCol="0" anchor="ctr">
            <a:normAutofit lnSpcReduction="10000"/>
          </a:bodyPr>
          <a:lstStyle/>
          <a:p>
            <a:r>
              <a:rPr lang="en-US" sz="2600" b="1" dirty="0">
                <a:latin typeface="+mj-lt"/>
              </a:rPr>
              <a:t>Research aim:</a:t>
            </a:r>
          </a:p>
          <a:p>
            <a:endParaRPr lang="en-US" sz="2600" dirty="0">
              <a:latin typeface="+mj-lt"/>
            </a:endParaRPr>
          </a:p>
          <a:p>
            <a:pPr>
              <a:spcBef>
                <a:spcPts val="600"/>
              </a:spcBef>
              <a:spcAft>
                <a:spcPts val="600"/>
              </a:spcAft>
            </a:pPr>
            <a:r>
              <a:rPr lang="en-US" sz="2400" dirty="0">
                <a:latin typeface="+mj-lt"/>
              </a:rPr>
              <a:t>To develop a replicable methodological framework for analyzing and redesigning academic information systems using cognitive-load principles and user-centered information architecture.</a:t>
            </a:r>
          </a:p>
          <a:p>
            <a:endParaRPr lang="en-US" sz="2400" dirty="0">
              <a:latin typeface="+mj-lt"/>
            </a:endParaRPr>
          </a:p>
          <a:p>
            <a:endParaRPr lang="en-US" sz="2400" b="1" dirty="0">
              <a:latin typeface="+mj-lt"/>
            </a:endParaRPr>
          </a:p>
          <a:p>
            <a:r>
              <a:rPr lang="en-US" sz="2600" b="1" dirty="0">
                <a:latin typeface="+mj-lt"/>
              </a:rPr>
              <a:t>Research question:</a:t>
            </a:r>
          </a:p>
          <a:p>
            <a:endParaRPr lang="en-US" sz="2400" dirty="0">
              <a:latin typeface="+mj-lt"/>
            </a:endParaRPr>
          </a:p>
          <a:p>
            <a:r>
              <a:rPr lang="en-US" sz="2400" dirty="0">
                <a:latin typeface="+mj-lt"/>
              </a:rPr>
              <a:t>How can user-centered information architecture, informed by cognitive load principles, improve the usability of academic information systems, and what does the case of LUIS show about reducing unnecessary mental effort in such platforms?</a:t>
            </a:r>
          </a:p>
        </p:txBody>
      </p:sp>
      <p:sp>
        <p:nvSpPr>
          <p:cNvPr id="3" name="Slide Number Placeholder 2">
            <a:extLst>
              <a:ext uri="{FF2B5EF4-FFF2-40B4-BE49-F238E27FC236}">
                <a16:creationId xmlns:a16="http://schemas.microsoft.com/office/drawing/2014/main" id="{B431C6FB-251D-27B1-3F17-A6C92E6D1CF6}"/>
              </a:ext>
            </a:extLst>
          </p:cNvPr>
          <p:cNvSpPr>
            <a:spLocks noGrp="1"/>
          </p:cNvSpPr>
          <p:nvPr>
            <p:ph type="sldNum" sz="quarter" idx="12"/>
          </p:nvPr>
        </p:nvSpPr>
        <p:spPr/>
        <p:txBody>
          <a:bodyPr/>
          <a:lstStyle/>
          <a:p>
            <a:fld id="{B19D99C1-D610-4605-878C-7095C6095A3C}" type="slidenum">
              <a:rPr lang="en-US" smtClean="0"/>
              <a:t>4</a:t>
            </a:fld>
            <a:endParaRPr lang="en-US"/>
          </a:p>
        </p:txBody>
      </p:sp>
    </p:spTree>
    <p:extLst>
      <p:ext uri="{BB962C8B-B14F-4D97-AF65-F5344CB8AC3E}">
        <p14:creationId xmlns:p14="http://schemas.microsoft.com/office/powerpoint/2010/main" val="1046426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 name="Rectangle 47">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66663562-97C8-AEC6-F9E4-0228F509E8F9}"/>
              </a:ext>
            </a:extLst>
          </p:cNvPr>
          <p:cNvSpPr>
            <a:spLocks noGrp="1"/>
          </p:cNvSpPr>
          <p:nvPr>
            <p:ph type="title"/>
          </p:nvPr>
        </p:nvSpPr>
        <p:spPr>
          <a:xfrm>
            <a:off x="838200" y="365125"/>
            <a:ext cx="10515600" cy="1325563"/>
          </a:xfrm>
        </p:spPr>
        <p:txBody>
          <a:bodyPr>
            <a:normAutofit/>
          </a:bodyPr>
          <a:lstStyle/>
          <a:p>
            <a:r>
              <a:rPr lang="en-US" dirty="0"/>
              <a:t>Integrated Methodological Framework</a:t>
            </a:r>
            <a:endParaRPr lang="en-US" b="1" dirty="0"/>
          </a:p>
        </p:txBody>
      </p:sp>
      <p:graphicFrame>
        <p:nvGraphicFramePr>
          <p:cNvPr id="22" name="Content Placeholder 2">
            <a:extLst>
              <a:ext uri="{FF2B5EF4-FFF2-40B4-BE49-F238E27FC236}">
                <a16:creationId xmlns:a16="http://schemas.microsoft.com/office/drawing/2014/main" id="{72BA0739-8553-F555-B423-4D6F4A242FF3}"/>
              </a:ext>
            </a:extLst>
          </p:cNvPr>
          <p:cNvGraphicFramePr>
            <a:graphicFrameLocks noGrp="1"/>
          </p:cNvGraphicFramePr>
          <p:nvPr>
            <p:ph idx="1"/>
            <p:extLst>
              <p:ext uri="{D42A27DB-BD31-4B8C-83A1-F6EECF244321}">
                <p14:modId xmlns:p14="http://schemas.microsoft.com/office/powerpoint/2010/main" val="407543713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B12219D0-A73C-FC65-8B95-10CA637F613F}"/>
              </a:ext>
            </a:extLst>
          </p:cNvPr>
          <p:cNvSpPr>
            <a:spLocks noGrp="1"/>
          </p:cNvSpPr>
          <p:nvPr>
            <p:ph type="sldNum" sz="quarter" idx="12"/>
          </p:nvPr>
        </p:nvSpPr>
        <p:spPr/>
        <p:txBody>
          <a:bodyPr/>
          <a:lstStyle/>
          <a:p>
            <a:fld id="{B19D99C1-D610-4605-878C-7095C6095A3C}" type="slidenum">
              <a:rPr lang="en-US" smtClean="0"/>
              <a:t>5</a:t>
            </a:fld>
            <a:endParaRPr lang="en-US"/>
          </a:p>
        </p:txBody>
      </p:sp>
    </p:spTree>
    <p:extLst>
      <p:ext uri="{BB962C8B-B14F-4D97-AF65-F5344CB8AC3E}">
        <p14:creationId xmlns:p14="http://schemas.microsoft.com/office/powerpoint/2010/main" val="20950040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95B73CE-E91C-ECC0-2C64-3BF05D866F34}"/>
            </a:ext>
          </a:extLst>
        </p:cNvPr>
        <p:cNvGrpSpPr/>
        <p:nvPr/>
      </p:nvGrpSpPr>
      <p:grpSpPr>
        <a:xfrm>
          <a:off x="0" y="0"/>
          <a:ext cx="0" cy="0"/>
          <a:chOff x="0" y="0"/>
          <a:chExt cx="0" cy="0"/>
        </a:xfrm>
      </p:grpSpPr>
      <p:sp useBgFill="1">
        <p:nvSpPr>
          <p:cNvPr id="1129" name="Rectangle 112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1" name="Rectangle 113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33" name="Rectangle 113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5" name="Rectangle 113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37" name="Freeform: Shape 113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CBFFACB4-9EC3-264B-0D74-87F1DA4CBCCD}"/>
              </a:ext>
            </a:extLst>
          </p:cNvPr>
          <p:cNvSpPr>
            <a:spLocks noGrp="1"/>
          </p:cNvSpPr>
          <p:nvPr>
            <p:ph type="ctrTitle"/>
          </p:nvPr>
        </p:nvSpPr>
        <p:spPr>
          <a:xfrm>
            <a:off x="455066" y="2628174"/>
            <a:ext cx="3476861" cy="1102578"/>
          </a:xfrm>
        </p:spPr>
        <p:txBody>
          <a:bodyPr anchor="t">
            <a:normAutofit fontScale="90000"/>
          </a:bodyPr>
          <a:lstStyle/>
          <a:p>
            <a:pPr algn="r"/>
            <a:r>
              <a:rPr lang="en-US" sz="4000" dirty="0">
                <a:solidFill>
                  <a:srgbClr val="FFFFFF"/>
                </a:solidFill>
              </a:rPr>
              <a:t>Thesis Contribution </a:t>
            </a:r>
          </a:p>
        </p:txBody>
      </p:sp>
      <p:sp>
        <p:nvSpPr>
          <p:cNvPr id="5" name="TextBox 4">
            <a:extLst>
              <a:ext uri="{FF2B5EF4-FFF2-40B4-BE49-F238E27FC236}">
                <a16:creationId xmlns:a16="http://schemas.microsoft.com/office/drawing/2014/main" id="{8F8AF7FB-BFD0-FC14-7EE9-32D3CE1AEB83}"/>
              </a:ext>
            </a:extLst>
          </p:cNvPr>
          <p:cNvSpPr txBox="1"/>
          <p:nvPr/>
        </p:nvSpPr>
        <p:spPr>
          <a:xfrm>
            <a:off x="4870988" y="829590"/>
            <a:ext cx="6094476" cy="5262979"/>
          </a:xfrm>
          <a:prstGeom prst="rect">
            <a:avLst/>
          </a:prstGeom>
          <a:noFill/>
        </p:spPr>
        <p:txBody>
          <a:bodyPr wrap="square">
            <a:spAutoFit/>
          </a:bodyPr>
          <a:lstStyle/>
          <a:p>
            <a:pPr marL="365760" indent="-342900">
              <a:spcBef>
                <a:spcPts val="600"/>
              </a:spcBef>
              <a:spcAft>
                <a:spcPts val="600"/>
              </a:spcAft>
              <a:buFont typeface="+mj-lt"/>
              <a:buAutoNum type="arabicPeriod"/>
            </a:pPr>
            <a:r>
              <a:rPr lang="en-US" sz="2200" b="1" dirty="0">
                <a:latin typeface="+mj-lt"/>
              </a:rPr>
              <a:t>Replicable </a:t>
            </a:r>
            <a:r>
              <a:rPr lang="en-US" sz="2200" b="1" dirty="0"/>
              <a:t>analytical</a:t>
            </a:r>
            <a:r>
              <a:rPr lang="en-US" sz="2200" dirty="0"/>
              <a:t> </a:t>
            </a:r>
            <a:r>
              <a:rPr lang="en-US" sz="2200" b="1" dirty="0">
                <a:latin typeface="+mj-lt"/>
              </a:rPr>
              <a:t>framework </a:t>
            </a:r>
            <a:r>
              <a:rPr lang="en-US" sz="2200" dirty="0">
                <a:latin typeface="+mj-lt"/>
              </a:rPr>
              <a:t>for analyzing + redesigning academic workflows (CLT + IA + UX)</a:t>
            </a:r>
          </a:p>
          <a:p>
            <a:pPr marL="365760" indent="-342900">
              <a:spcBef>
                <a:spcPts val="600"/>
              </a:spcBef>
              <a:spcAft>
                <a:spcPts val="600"/>
              </a:spcAft>
              <a:buFont typeface="+mj-lt"/>
              <a:buAutoNum type="arabicPeriod"/>
            </a:pPr>
            <a:r>
              <a:rPr lang="en-US" sz="2200" b="1" dirty="0">
                <a:latin typeface="+mj-lt"/>
              </a:rPr>
              <a:t>Evidence base </a:t>
            </a:r>
            <a:r>
              <a:rPr lang="en-US" sz="2200" dirty="0">
                <a:latin typeface="+mj-lt"/>
              </a:rPr>
              <a:t>from 92 LUIS users (quant + open-text NLP)</a:t>
            </a:r>
          </a:p>
          <a:p>
            <a:pPr marL="365760" indent="-342900">
              <a:spcBef>
                <a:spcPts val="600"/>
              </a:spcBef>
              <a:spcAft>
                <a:spcPts val="600"/>
              </a:spcAft>
              <a:buFont typeface="+mj-lt"/>
              <a:buAutoNum type="arabicPeriod"/>
            </a:pPr>
            <a:r>
              <a:rPr lang="en-US" sz="2200" b="1" dirty="0">
                <a:latin typeface="+mj-lt"/>
              </a:rPr>
              <a:t>Workflow prioritization method </a:t>
            </a:r>
            <a:r>
              <a:rPr lang="en-US" sz="2200" dirty="0">
                <a:latin typeface="+mj-lt"/>
              </a:rPr>
              <a:t>(frequency + difficulty + clarity + priority score)</a:t>
            </a:r>
          </a:p>
          <a:p>
            <a:pPr marL="365760" indent="-342900">
              <a:spcBef>
                <a:spcPts val="600"/>
              </a:spcBef>
              <a:spcAft>
                <a:spcPts val="600"/>
              </a:spcAft>
              <a:buFont typeface="+mj-lt"/>
              <a:buAutoNum type="arabicPeriod"/>
            </a:pPr>
            <a:r>
              <a:rPr lang="en-US" sz="2200" b="1" dirty="0">
                <a:latin typeface="+mj-lt"/>
              </a:rPr>
              <a:t>Three redesigned workflows </a:t>
            </a:r>
            <a:r>
              <a:rPr lang="en-US" sz="2200" dirty="0">
                <a:latin typeface="+mj-lt"/>
              </a:rPr>
              <a:t>(student + admin) with step reduction</a:t>
            </a:r>
          </a:p>
          <a:p>
            <a:pPr marL="365760" indent="-342900">
              <a:spcBef>
                <a:spcPts val="600"/>
              </a:spcBef>
              <a:spcAft>
                <a:spcPts val="600"/>
              </a:spcAft>
              <a:buFont typeface="+mj-lt"/>
              <a:buAutoNum type="arabicPeriod"/>
            </a:pPr>
            <a:r>
              <a:rPr lang="en-US" sz="2200" b="1" dirty="0">
                <a:latin typeface="+mj-lt"/>
              </a:rPr>
              <a:t>Prototype validation </a:t>
            </a:r>
            <a:r>
              <a:rPr lang="en-US" sz="2200" dirty="0">
                <a:latin typeface="+mj-lt"/>
              </a:rPr>
              <a:t>with 51 users showing higher clarity and lower perceived effort</a:t>
            </a:r>
          </a:p>
          <a:p>
            <a:pPr marL="365760" indent="-342900">
              <a:spcBef>
                <a:spcPts val="600"/>
              </a:spcBef>
              <a:spcAft>
                <a:spcPts val="600"/>
              </a:spcAft>
              <a:buFont typeface="+mj-lt"/>
              <a:buAutoNum type="arabicPeriod"/>
            </a:pPr>
            <a:r>
              <a:rPr lang="en-US" sz="2200" b="1" dirty="0">
                <a:latin typeface="+mj-lt"/>
              </a:rPr>
              <a:t>Public GitHub repository</a:t>
            </a:r>
            <a:r>
              <a:rPr lang="en-US" sz="2200" dirty="0">
                <a:latin typeface="+mj-lt"/>
              </a:rPr>
              <a:t>: data structure, code notebooks, and design artefacts</a:t>
            </a:r>
          </a:p>
        </p:txBody>
      </p:sp>
      <p:sp>
        <p:nvSpPr>
          <p:cNvPr id="3" name="Slide Number Placeholder 2">
            <a:extLst>
              <a:ext uri="{FF2B5EF4-FFF2-40B4-BE49-F238E27FC236}">
                <a16:creationId xmlns:a16="http://schemas.microsoft.com/office/drawing/2014/main" id="{A88DCFAF-EA90-0EFD-42EC-053250E9270F}"/>
              </a:ext>
            </a:extLst>
          </p:cNvPr>
          <p:cNvSpPr>
            <a:spLocks noGrp="1"/>
          </p:cNvSpPr>
          <p:nvPr>
            <p:ph type="sldNum" sz="quarter" idx="12"/>
          </p:nvPr>
        </p:nvSpPr>
        <p:spPr/>
        <p:txBody>
          <a:bodyPr/>
          <a:lstStyle/>
          <a:p>
            <a:fld id="{B19D99C1-D610-4605-878C-7095C6095A3C}" type="slidenum">
              <a:rPr lang="en-US" smtClean="0"/>
              <a:t>6</a:t>
            </a:fld>
            <a:endParaRPr lang="en-US"/>
          </a:p>
        </p:txBody>
      </p:sp>
    </p:spTree>
    <p:extLst>
      <p:ext uri="{BB962C8B-B14F-4D97-AF65-F5344CB8AC3E}">
        <p14:creationId xmlns:p14="http://schemas.microsoft.com/office/powerpoint/2010/main" val="3033719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12FBD5-A10E-24BE-CA53-63828DDEA082}"/>
            </a:ext>
          </a:extLst>
        </p:cNvPr>
        <p:cNvGrpSpPr/>
        <p:nvPr/>
      </p:nvGrpSpPr>
      <p:grpSpPr>
        <a:xfrm>
          <a:off x="0" y="0"/>
          <a:ext cx="0" cy="0"/>
          <a:chOff x="0" y="0"/>
          <a:chExt cx="0" cy="0"/>
        </a:xfrm>
      </p:grpSpPr>
      <p:sp useBgFill="1">
        <p:nvSpPr>
          <p:cNvPr id="1183" name="Rectangle 1182">
            <a:extLst>
              <a:ext uri="{FF2B5EF4-FFF2-40B4-BE49-F238E27FC236}">
                <a16:creationId xmlns:a16="http://schemas.microsoft.com/office/drawing/2014/main" id="{15CCB747-7615-D61C-8947-75346A937E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85" name="Rectangle 1184">
            <a:extLst>
              <a:ext uri="{FF2B5EF4-FFF2-40B4-BE49-F238E27FC236}">
                <a16:creationId xmlns:a16="http://schemas.microsoft.com/office/drawing/2014/main" id="{C630A71F-5DA5-FF78-62A4-3A4E5230D2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7" name="Rectangle 1186">
            <a:extLst>
              <a:ext uri="{FF2B5EF4-FFF2-40B4-BE49-F238E27FC236}">
                <a16:creationId xmlns:a16="http://schemas.microsoft.com/office/drawing/2014/main" id="{F6CB2C55-D447-D6FD-006C-9AAB8F2F3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9" name="Rectangle 1188">
            <a:extLst>
              <a:ext uri="{FF2B5EF4-FFF2-40B4-BE49-F238E27FC236}">
                <a16:creationId xmlns:a16="http://schemas.microsoft.com/office/drawing/2014/main" id="{CAF1E56C-618B-1FF5-147A-6CE06F3476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1" name="Rectangle 1190">
            <a:extLst>
              <a:ext uri="{FF2B5EF4-FFF2-40B4-BE49-F238E27FC236}">
                <a16:creationId xmlns:a16="http://schemas.microsoft.com/office/drawing/2014/main" id="{8B9BEBA5-9DEC-264F-0286-AA54B81180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93" name="Freeform: Shape 1192">
            <a:extLst>
              <a:ext uri="{FF2B5EF4-FFF2-40B4-BE49-F238E27FC236}">
                <a16:creationId xmlns:a16="http://schemas.microsoft.com/office/drawing/2014/main" id="{579DF87A-B94D-8FE3-D877-7E14212717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95" name="Rectangle 1194">
            <a:extLst>
              <a:ext uri="{FF2B5EF4-FFF2-40B4-BE49-F238E27FC236}">
                <a16:creationId xmlns:a16="http://schemas.microsoft.com/office/drawing/2014/main" id="{39C6A32B-CE7D-33D3-5711-4900902718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E8526C-1A1E-A9DF-38BA-495581005688}"/>
              </a:ext>
            </a:extLst>
          </p:cNvPr>
          <p:cNvSpPr>
            <a:spLocks noGrp="1"/>
          </p:cNvSpPr>
          <p:nvPr>
            <p:ph type="ctrTitle"/>
          </p:nvPr>
        </p:nvSpPr>
        <p:spPr>
          <a:xfrm>
            <a:off x="576072" y="2130552"/>
            <a:ext cx="3324901" cy="1412221"/>
          </a:xfrm>
        </p:spPr>
        <p:txBody>
          <a:bodyPr vert="horz" lIns="91440" tIns="45720" rIns="91440" bIns="45720" rtlCol="0" anchor="b">
            <a:noAutofit/>
          </a:bodyPr>
          <a:lstStyle/>
          <a:p>
            <a:pPr algn="r"/>
            <a:r>
              <a:rPr lang="en-US" sz="4000" dirty="0">
                <a:solidFill>
                  <a:srgbClr val="FFFFFF"/>
                </a:solidFill>
              </a:rPr>
              <a:t>Data &amp; Methods</a:t>
            </a:r>
            <a:endParaRPr lang="en-US" sz="2400" kern="1200" dirty="0">
              <a:solidFill>
                <a:srgbClr val="FFFFFF"/>
              </a:solidFill>
              <a:latin typeface="+mj-lt"/>
              <a:ea typeface="+mj-ea"/>
              <a:cs typeface="+mj-cs"/>
            </a:endParaRPr>
          </a:p>
        </p:txBody>
      </p:sp>
      <p:sp>
        <p:nvSpPr>
          <p:cNvPr id="5" name="TextBox 4">
            <a:extLst>
              <a:ext uri="{FF2B5EF4-FFF2-40B4-BE49-F238E27FC236}">
                <a16:creationId xmlns:a16="http://schemas.microsoft.com/office/drawing/2014/main" id="{C3F712E6-5EF7-FFD4-F2CA-04FA5AB3FC4F}"/>
              </a:ext>
            </a:extLst>
          </p:cNvPr>
          <p:cNvSpPr txBox="1"/>
          <p:nvPr/>
        </p:nvSpPr>
        <p:spPr>
          <a:xfrm>
            <a:off x="4459135" y="852275"/>
            <a:ext cx="6527421" cy="5133169"/>
          </a:xfrm>
          <a:prstGeom prst="rect">
            <a:avLst/>
          </a:prstGeom>
        </p:spPr>
        <p:txBody>
          <a:bodyPr vert="horz" lIns="91440" tIns="45720" rIns="91440" bIns="45720" rtlCol="0" anchor="ctr">
            <a:normAutofit/>
          </a:bodyPr>
          <a:lstStyle/>
          <a:p>
            <a:endParaRPr lang="en-US" dirty="0">
              <a:effectLst/>
            </a:endParaRPr>
          </a:p>
        </p:txBody>
      </p:sp>
      <p:sp>
        <p:nvSpPr>
          <p:cNvPr id="10" name="TextBox 9">
            <a:extLst>
              <a:ext uri="{FF2B5EF4-FFF2-40B4-BE49-F238E27FC236}">
                <a16:creationId xmlns:a16="http://schemas.microsoft.com/office/drawing/2014/main" id="{AD6BA6F3-8BE8-CDEC-6EE1-5B3B80D39EE9}"/>
              </a:ext>
            </a:extLst>
          </p:cNvPr>
          <p:cNvSpPr txBox="1"/>
          <p:nvPr/>
        </p:nvSpPr>
        <p:spPr>
          <a:xfrm>
            <a:off x="4838184" y="649480"/>
            <a:ext cx="6527421" cy="5546047"/>
          </a:xfrm>
          <a:prstGeom prst="rect">
            <a:avLst/>
          </a:prstGeom>
        </p:spPr>
        <p:txBody>
          <a:bodyPr vert="horz" lIns="91440" tIns="45720" rIns="91440" bIns="45720" rtlCol="0" anchor="ctr">
            <a:normAutofit/>
          </a:bodyPr>
          <a:lstStyle/>
          <a:p>
            <a:pPr marL="514350" indent="-514350">
              <a:spcBef>
                <a:spcPts val="600"/>
              </a:spcBef>
              <a:spcAft>
                <a:spcPts val="600"/>
              </a:spcAft>
              <a:buFont typeface="+mj-lt"/>
              <a:buAutoNum type="arabicPeriod"/>
            </a:pPr>
            <a:r>
              <a:rPr lang="en-US" sz="2800" dirty="0">
                <a:latin typeface="+mj-lt"/>
              </a:rPr>
              <a:t>Mixed-methods research design (pragmatic approach)</a:t>
            </a:r>
          </a:p>
          <a:p>
            <a:pPr marL="514350" indent="-514350">
              <a:spcBef>
                <a:spcPts val="600"/>
              </a:spcBef>
              <a:spcAft>
                <a:spcPts val="600"/>
              </a:spcAft>
              <a:buFont typeface="+mj-lt"/>
              <a:buAutoNum type="arabicPeriod"/>
            </a:pPr>
            <a:r>
              <a:rPr lang="en-US" sz="2800" dirty="0">
                <a:latin typeface="+mj-lt"/>
              </a:rPr>
              <a:t>Quantitative user survey (n = 92)</a:t>
            </a:r>
          </a:p>
          <a:p>
            <a:pPr marL="514350" indent="-514350">
              <a:spcBef>
                <a:spcPts val="600"/>
              </a:spcBef>
              <a:spcAft>
                <a:spcPts val="600"/>
              </a:spcAft>
              <a:buFont typeface="+mj-lt"/>
              <a:buAutoNum type="arabicPeriod"/>
            </a:pPr>
            <a:r>
              <a:rPr lang="en-US" sz="2800" dirty="0">
                <a:latin typeface="+mj-lt"/>
              </a:rPr>
              <a:t>Open-text feedback analyzed with NLP</a:t>
            </a:r>
          </a:p>
          <a:p>
            <a:pPr marL="514350" indent="-514350">
              <a:spcBef>
                <a:spcPts val="600"/>
              </a:spcBef>
              <a:spcAft>
                <a:spcPts val="600"/>
              </a:spcAft>
              <a:buFont typeface="+mj-lt"/>
              <a:buAutoNum type="arabicPeriod"/>
            </a:pPr>
            <a:r>
              <a:rPr lang="en-US" sz="2800" dirty="0">
                <a:latin typeface="+mj-lt"/>
              </a:rPr>
              <a:t>Prototype-based usability testing (n = 51)</a:t>
            </a:r>
          </a:p>
          <a:p>
            <a:pPr marL="514350" indent="-514350">
              <a:spcBef>
                <a:spcPts val="600"/>
              </a:spcBef>
              <a:spcAft>
                <a:spcPts val="600"/>
              </a:spcAft>
              <a:buFont typeface="+mj-lt"/>
              <a:buAutoNum type="arabicPeriod"/>
            </a:pPr>
            <a:r>
              <a:rPr lang="en-US" sz="2800" dirty="0">
                <a:latin typeface="+mj-lt"/>
              </a:rPr>
              <a:t>Focus on cognitive load, navigation, terminology, and workflow clarity</a:t>
            </a:r>
          </a:p>
        </p:txBody>
      </p:sp>
      <p:sp>
        <p:nvSpPr>
          <p:cNvPr id="3" name="Slide Number Placeholder 2">
            <a:extLst>
              <a:ext uri="{FF2B5EF4-FFF2-40B4-BE49-F238E27FC236}">
                <a16:creationId xmlns:a16="http://schemas.microsoft.com/office/drawing/2014/main" id="{063B5980-2593-DD93-F832-1819DF099C7A}"/>
              </a:ext>
            </a:extLst>
          </p:cNvPr>
          <p:cNvSpPr>
            <a:spLocks noGrp="1"/>
          </p:cNvSpPr>
          <p:nvPr>
            <p:ph type="sldNum" sz="quarter" idx="12"/>
          </p:nvPr>
        </p:nvSpPr>
        <p:spPr/>
        <p:txBody>
          <a:bodyPr/>
          <a:lstStyle/>
          <a:p>
            <a:fld id="{B19D99C1-D610-4605-878C-7095C6095A3C}" type="slidenum">
              <a:rPr lang="en-US" smtClean="0"/>
              <a:t>7</a:t>
            </a:fld>
            <a:endParaRPr lang="en-US"/>
          </a:p>
        </p:txBody>
      </p:sp>
    </p:spTree>
    <p:extLst>
      <p:ext uri="{BB962C8B-B14F-4D97-AF65-F5344CB8AC3E}">
        <p14:creationId xmlns:p14="http://schemas.microsoft.com/office/powerpoint/2010/main" val="10972052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A79864C-804F-0485-536E-5A76DEEF0105}"/>
            </a:ext>
          </a:extLst>
        </p:cNvPr>
        <p:cNvGrpSpPr/>
        <p:nvPr/>
      </p:nvGrpSpPr>
      <p:grpSpPr>
        <a:xfrm>
          <a:off x="0" y="0"/>
          <a:ext cx="0" cy="0"/>
          <a:chOff x="0" y="0"/>
          <a:chExt cx="0" cy="0"/>
        </a:xfrm>
      </p:grpSpPr>
      <p:sp useBgFill="1">
        <p:nvSpPr>
          <p:cNvPr id="1129" name="Rectangle 1128">
            <a:extLst>
              <a:ext uri="{FF2B5EF4-FFF2-40B4-BE49-F238E27FC236}">
                <a16:creationId xmlns:a16="http://schemas.microsoft.com/office/drawing/2014/main" id="{D52D2761-3F1D-9E8B-898D-CE7B2E856A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1" name="Rectangle 1130">
            <a:extLst>
              <a:ext uri="{FF2B5EF4-FFF2-40B4-BE49-F238E27FC236}">
                <a16:creationId xmlns:a16="http://schemas.microsoft.com/office/drawing/2014/main" id="{9F6529D6-4E29-00AC-377C-74DF2D0325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33" name="Rectangle 1132">
            <a:extLst>
              <a:ext uri="{FF2B5EF4-FFF2-40B4-BE49-F238E27FC236}">
                <a16:creationId xmlns:a16="http://schemas.microsoft.com/office/drawing/2014/main" id="{19EEE7C6-4419-CA9F-6EDB-D320CA09D5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5" name="Rectangle 1134">
            <a:extLst>
              <a:ext uri="{FF2B5EF4-FFF2-40B4-BE49-F238E27FC236}">
                <a16:creationId xmlns:a16="http://schemas.microsoft.com/office/drawing/2014/main" id="{BF4461C9-FBC2-9B29-D5F8-774F371E63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37" name="Freeform: Shape 1136">
            <a:extLst>
              <a:ext uri="{FF2B5EF4-FFF2-40B4-BE49-F238E27FC236}">
                <a16:creationId xmlns:a16="http://schemas.microsoft.com/office/drawing/2014/main" id="{56924E4C-B201-8FA8-7EF0-C7E78D5205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075FB986-AFFC-363B-3C00-CD50679FA353}"/>
              </a:ext>
            </a:extLst>
          </p:cNvPr>
          <p:cNvSpPr>
            <a:spLocks noGrp="1"/>
          </p:cNvSpPr>
          <p:nvPr>
            <p:ph type="ctrTitle"/>
          </p:nvPr>
        </p:nvSpPr>
        <p:spPr>
          <a:xfrm>
            <a:off x="192024" y="2494670"/>
            <a:ext cx="3729681" cy="1254369"/>
          </a:xfrm>
        </p:spPr>
        <p:txBody>
          <a:bodyPr anchor="t">
            <a:noAutofit/>
          </a:bodyPr>
          <a:lstStyle/>
          <a:p>
            <a:pPr algn="r"/>
            <a:r>
              <a:rPr lang="en-US" sz="4000" dirty="0">
                <a:solidFill>
                  <a:srgbClr val="FFFFFF"/>
                </a:solidFill>
              </a:rPr>
              <a:t>Analytical Pipeline</a:t>
            </a:r>
          </a:p>
        </p:txBody>
      </p:sp>
      <p:pic>
        <p:nvPicPr>
          <p:cNvPr id="4" name="Picture 3" descr="A diagram of a software development process&#10;&#10;AI-generated content may be incorrect.">
            <a:extLst>
              <a:ext uri="{FF2B5EF4-FFF2-40B4-BE49-F238E27FC236}">
                <a16:creationId xmlns:a16="http://schemas.microsoft.com/office/drawing/2014/main" id="{8600138B-051D-1CED-2E52-FEEA1F929051}"/>
              </a:ext>
            </a:extLst>
          </p:cNvPr>
          <p:cNvPicPr>
            <a:picLocks noChangeAspect="1"/>
          </p:cNvPicPr>
          <p:nvPr/>
        </p:nvPicPr>
        <p:blipFill>
          <a:blip r:embed="rId2"/>
          <a:stretch>
            <a:fillRect/>
          </a:stretch>
        </p:blipFill>
        <p:spPr>
          <a:xfrm>
            <a:off x="5660136" y="478712"/>
            <a:ext cx="5208282" cy="5626182"/>
          </a:xfrm>
          <a:prstGeom prst="rect">
            <a:avLst/>
          </a:prstGeom>
        </p:spPr>
      </p:pic>
      <p:sp>
        <p:nvSpPr>
          <p:cNvPr id="3" name="Slide Number Placeholder 2">
            <a:extLst>
              <a:ext uri="{FF2B5EF4-FFF2-40B4-BE49-F238E27FC236}">
                <a16:creationId xmlns:a16="http://schemas.microsoft.com/office/drawing/2014/main" id="{79C74B1C-EE06-102B-73B7-8CEB8547D3F4}"/>
              </a:ext>
            </a:extLst>
          </p:cNvPr>
          <p:cNvSpPr>
            <a:spLocks noGrp="1"/>
          </p:cNvSpPr>
          <p:nvPr>
            <p:ph type="sldNum" sz="quarter" idx="12"/>
          </p:nvPr>
        </p:nvSpPr>
        <p:spPr/>
        <p:txBody>
          <a:bodyPr/>
          <a:lstStyle/>
          <a:p>
            <a:fld id="{B19D99C1-D610-4605-878C-7095C6095A3C}" type="slidenum">
              <a:rPr lang="en-US" smtClean="0"/>
              <a:t>8</a:t>
            </a:fld>
            <a:endParaRPr lang="en-US"/>
          </a:p>
        </p:txBody>
      </p:sp>
    </p:spTree>
    <p:extLst>
      <p:ext uri="{BB962C8B-B14F-4D97-AF65-F5344CB8AC3E}">
        <p14:creationId xmlns:p14="http://schemas.microsoft.com/office/powerpoint/2010/main" val="40214218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448FA5D-31F4-2555-AF1D-D8E493A72C71}"/>
            </a:ext>
          </a:extLst>
        </p:cNvPr>
        <p:cNvGrpSpPr/>
        <p:nvPr/>
      </p:nvGrpSpPr>
      <p:grpSpPr>
        <a:xfrm>
          <a:off x="0" y="0"/>
          <a:ext cx="0" cy="0"/>
          <a:chOff x="0" y="0"/>
          <a:chExt cx="0" cy="0"/>
        </a:xfrm>
      </p:grpSpPr>
      <p:sp useBgFill="1">
        <p:nvSpPr>
          <p:cNvPr id="1183" name="Rectangle 1182">
            <a:extLst>
              <a:ext uri="{FF2B5EF4-FFF2-40B4-BE49-F238E27FC236}">
                <a16:creationId xmlns:a16="http://schemas.microsoft.com/office/drawing/2014/main" id="{761258D0-CB3B-00ED-D276-6BEC5C807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85" name="Rectangle 1184">
            <a:extLst>
              <a:ext uri="{FF2B5EF4-FFF2-40B4-BE49-F238E27FC236}">
                <a16:creationId xmlns:a16="http://schemas.microsoft.com/office/drawing/2014/main" id="{553F9B70-BC03-2234-AC19-E3D9BC5CFA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7" name="Rectangle 1186">
            <a:extLst>
              <a:ext uri="{FF2B5EF4-FFF2-40B4-BE49-F238E27FC236}">
                <a16:creationId xmlns:a16="http://schemas.microsoft.com/office/drawing/2014/main" id="{2FA8A564-D58E-C4FC-586B-E9C2179FEE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9" name="Rectangle 1188">
            <a:extLst>
              <a:ext uri="{FF2B5EF4-FFF2-40B4-BE49-F238E27FC236}">
                <a16:creationId xmlns:a16="http://schemas.microsoft.com/office/drawing/2014/main" id="{D0D417A6-8B18-C41C-2A02-6974B95531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1" name="Rectangle 1190">
            <a:extLst>
              <a:ext uri="{FF2B5EF4-FFF2-40B4-BE49-F238E27FC236}">
                <a16:creationId xmlns:a16="http://schemas.microsoft.com/office/drawing/2014/main" id="{EF628237-28D7-5BE7-D923-F0328743F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93" name="Freeform: Shape 1192">
            <a:extLst>
              <a:ext uri="{FF2B5EF4-FFF2-40B4-BE49-F238E27FC236}">
                <a16:creationId xmlns:a16="http://schemas.microsoft.com/office/drawing/2014/main" id="{3C54A67B-B497-25DB-0D78-A27E3F97D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95" name="Rectangle 1194">
            <a:extLst>
              <a:ext uri="{FF2B5EF4-FFF2-40B4-BE49-F238E27FC236}">
                <a16:creationId xmlns:a16="http://schemas.microsoft.com/office/drawing/2014/main" id="{A152A64D-C1B0-8B92-FA0D-358355439F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BB70E3-F26D-416D-7E81-AF4B618F9A92}"/>
              </a:ext>
            </a:extLst>
          </p:cNvPr>
          <p:cNvSpPr>
            <a:spLocks noGrp="1"/>
          </p:cNvSpPr>
          <p:nvPr>
            <p:ph type="ctrTitle"/>
          </p:nvPr>
        </p:nvSpPr>
        <p:spPr>
          <a:xfrm>
            <a:off x="237744" y="2231136"/>
            <a:ext cx="3560265" cy="1343751"/>
          </a:xfrm>
        </p:spPr>
        <p:txBody>
          <a:bodyPr vert="horz" lIns="91440" tIns="45720" rIns="91440" bIns="45720" rtlCol="0" anchor="b">
            <a:normAutofit/>
          </a:bodyPr>
          <a:lstStyle/>
          <a:p>
            <a:pPr algn="r"/>
            <a:r>
              <a:rPr lang="en-US" sz="4000" dirty="0">
                <a:solidFill>
                  <a:srgbClr val="FFFFFF"/>
                </a:solidFill>
              </a:rPr>
              <a:t>Key analytical findings</a:t>
            </a:r>
            <a:endParaRPr lang="en-US" sz="4000" kern="1200" dirty="0">
              <a:solidFill>
                <a:srgbClr val="FFFFFF"/>
              </a:solidFill>
              <a:latin typeface="+mj-lt"/>
              <a:ea typeface="+mj-ea"/>
              <a:cs typeface="+mj-cs"/>
            </a:endParaRPr>
          </a:p>
        </p:txBody>
      </p:sp>
      <p:sp>
        <p:nvSpPr>
          <p:cNvPr id="5" name="TextBox 4">
            <a:extLst>
              <a:ext uri="{FF2B5EF4-FFF2-40B4-BE49-F238E27FC236}">
                <a16:creationId xmlns:a16="http://schemas.microsoft.com/office/drawing/2014/main" id="{5CF25F4B-FCA9-768A-BE31-9BAFC7F64256}"/>
              </a:ext>
            </a:extLst>
          </p:cNvPr>
          <p:cNvSpPr txBox="1"/>
          <p:nvPr/>
        </p:nvSpPr>
        <p:spPr>
          <a:xfrm>
            <a:off x="4500243" y="666114"/>
            <a:ext cx="6844032" cy="5546047"/>
          </a:xfrm>
          <a:prstGeom prst="rect">
            <a:avLst/>
          </a:prstGeom>
        </p:spPr>
        <p:txBody>
          <a:bodyPr vert="horz" lIns="91440" tIns="45720" rIns="91440" bIns="45720" rtlCol="0" anchor="ctr">
            <a:normAutofit lnSpcReduction="10000"/>
          </a:bodyPr>
          <a:lstStyle/>
          <a:p>
            <a:pPr marL="457200" indent="-457200">
              <a:spcBef>
                <a:spcPts val="600"/>
              </a:spcBef>
              <a:spcAft>
                <a:spcPts val="600"/>
              </a:spcAft>
              <a:buFont typeface="+mj-lt"/>
              <a:buAutoNum type="arabicPeriod"/>
            </a:pPr>
            <a:r>
              <a:rPr lang="en-US" sz="2400" b="1" dirty="0">
                <a:latin typeface="+mj-lt"/>
              </a:rPr>
              <a:t>Low intrinsic difficulty across workflows</a:t>
            </a:r>
            <a:r>
              <a:rPr lang="en-US" sz="2400" dirty="0">
                <a:latin typeface="+mj-lt"/>
              </a:rPr>
              <a:t>; high extraneous difficulty + clarity importance</a:t>
            </a:r>
          </a:p>
          <a:p>
            <a:pPr marL="457200" indent="-457200">
              <a:spcBef>
                <a:spcPts val="600"/>
              </a:spcBef>
              <a:spcAft>
                <a:spcPts val="600"/>
              </a:spcAft>
              <a:buFont typeface="+mj-lt"/>
              <a:buAutoNum type="arabicPeriod"/>
            </a:pPr>
            <a:r>
              <a:rPr lang="en-US" sz="2400" b="1" dirty="0">
                <a:latin typeface="+mj-lt"/>
              </a:rPr>
              <a:t>Main problem</a:t>
            </a:r>
            <a:r>
              <a:rPr lang="en-US" sz="2400" dirty="0">
                <a:latin typeface="+mj-lt"/>
              </a:rPr>
              <a:t> = interface structure, not academic task logic</a:t>
            </a:r>
          </a:p>
          <a:p>
            <a:pPr marL="457200" indent="-457200">
              <a:spcBef>
                <a:spcPts val="600"/>
              </a:spcBef>
              <a:spcAft>
                <a:spcPts val="600"/>
              </a:spcAft>
              <a:buFont typeface="+mj-lt"/>
              <a:buAutoNum type="arabicPeriod"/>
            </a:pPr>
            <a:r>
              <a:rPr lang="en-US" sz="2400" b="1" dirty="0">
                <a:latin typeface="+mj-lt"/>
              </a:rPr>
              <a:t>Role differences:</a:t>
            </a:r>
          </a:p>
          <a:p>
            <a:pPr marL="800100" lvl="1" indent="-342900">
              <a:spcBef>
                <a:spcPts val="600"/>
              </a:spcBef>
              <a:spcAft>
                <a:spcPts val="600"/>
              </a:spcAft>
              <a:buFont typeface="Arial" panose="020B0604020202020204" pitchFamily="34" charset="0"/>
              <a:buChar char="•"/>
            </a:pPr>
            <a:r>
              <a:rPr lang="en-US" sz="2200" dirty="0">
                <a:latin typeface="+mj-lt"/>
              </a:rPr>
              <a:t>Students: navigation + terminology friction (course registration, grades)</a:t>
            </a:r>
          </a:p>
          <a:p>
            <a:pPr marL="800100" lvl="1" indent="-342900">
              <a:spcBef>
                <a:spcPts val="600"/>
              </a:spcBef>
              <a:spcAft>
                <a:spcPts val="600"/>
              </a:spcAft>
              <a:buFont typeface="Arial" panose="020B0604020202020204" pitchFamily="34" charset="0"/>
              <a:buChar char="•"/>
            </a:pPr>
            <a:r>
              <a:rPr lang="en-US" sz="2200" dirty="0">
                <a:latin typeface="+mj-lt"/>
              </a:rPr>
              <a:t>Admin: high load in multi-step workflows (grade entry, reports)</a:t>
            </a:r>
          </a:p>
          <a:p>
            <a:pPr marL="457200" indent="-457200">
              <a:spcBef>
                <a:spcPts val="600"/>
              </a:spcBef>
              <a:spcAft>
                <a:spcPts val="600"/>
              </a:spcAft>
              <a:buFont typeface="+mj-lt"/>
              <a:buAutoNum type="arabicPeriod"/>
            </a:pPr>
            <a:r>
              <a:rPr lang="en-US" sz="2400" b="1" dirty="0">
                <a:latin typeface="+mj-lt"/>
              </a:rPr>
              <a:t>NLP confirms 4 themes</a:t>
            </a:r>
            <a:r>
              <a:rPr lang="en-US" sz="2400" dirty="0">
                <a:latin typeface="+mj-lt"/>
              </a:rPr>
              <a:t>: navigation, terminology, layout/visibility, system feedback</a:t>
            </a:r>
          </a:p>
          <a:p>
            <a:pPr marL="457200" indent="-457200">
              <a:spcBef>
                <a:spcPts val="600"/>
              </a:spcBef>
              <a:spcAft>
                <a:spcPts val="600"/>
              </a:spcAft>
              <a:buFont typeface="+mj-lt"/>
              <a:buAutoNum type="arabicPeriod"/>
            </a:pPr>
            <a:r>
              <a:rPr lang="en-US" sz="2400" b="1" dirty="0">
                <a:latin typeface="+mj-lt"/>
              </a:rPr>
              <a:t>Device context matters</a:t>
            </a:r>
            <a:r>
              <a:rPr lang="en-US" sz="2400" dirty="0">
                <a:latin typeface="+mj-lt"/>
              </a:rPr>
              <a:t>: students' desktop + mobile, admin desktop</a:t>
            </a:r>
          </a:p>
        </p:txBody>
      </p:sp>
      <p:sp>
        <p:nvSpPr>
          <p:cNvPr id="3" name="Slide Number Placeholder 2">
            <a:extLst>
              <a:ext uri="{FF2B5EF4-FFF2-40B4-BE49-F238E27FC236}">
                <a16:creationId xmlns:a16="http://schemas.microsoft.com/office/drawing/2014/main" id="{D51A088E-F2B1-7CB3-A485-34ED6B0530C7}"/>
              </a:ext>
            </a:extLst>
          </p:cNvPr>
          <p:cNvSpPr>
            <a:spLocks noGrp="1"/>
          </p:cNvSpPr>
          <p:nvPr>
            <p:ph type="sldNum" sz="quarter" idx="12"/>
          </p:nvPr>
        </p:nvSpPr>
        <p:spPr/>
        <p:txBody>
          <a:bodyPr/>
          <a:lstStyle/>
          <a:p>
            <a:fld id="{B19D99C1-D610-4605-878C-7095C6095A3C}" type="slidenum">
              <a:rPr lang="en-US" smtClean="0"/>
              <a:t>9</a:t>
            </a:fld>
            <a:endParaRPr lang="en-US"/>
          </a:p>
        </p:txBody>
      </p:sp>
    </p:spTree>
    <p:extLst>
      <p:ext uri="{BB962C8B-B14F-4D97-AF65-F5344CB8AC3E}">
        <p14:creationId xmlns:p14="http://schemas.microsoft.com/office/powerpoint/2010/main" val="25849654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FC69589-85DC-334B-1FDF-B17FA1BC5C6E}"/>
            </a:ext>
          </a:extLst>
        </p:cNvPr>
        <p:cNvGrpSpPr/>
        <p:nvPr/>
      </p:nvGrpSpPr>
      <p:grpSpPr>
        <a:xfrm>
          <a:off x="0" y="0"/>
          <a:ext cx="0" cy="0"/>
          <a:chOff x="0" y="0"/>
          <a:chExt cx="0" cy="0"/>
        </a:xfrm>
      </p:grpSpPr>
      <p:sp useBgFill="1">
        <p:nvSpPr>
          <p:cNvPr id="1210" name="Rectangle 1209">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211" name="Rectangle 1210">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2" name="Rectangle 1211">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4" name="Rectangle 1213">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16" name="Rectangle 1215">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EC72B5-6D2C-06C3-3BD3-99B2E336917B}"/>
              </a:ext>
            </a:extLst>
          </p:cNvPr>
          <p:cNvSpPr>
            <a:spLocks noGrp="1"/>
          </p:cNvSpPr>
          <p:nvPr>
            <p:ph type="ctrTitle"/>
          </p:nvPr>
        </p:nvSpPr>
        <p:spPr>
          <a:xfrm>
            <a:off x="699714" y="353160"/>
            <a:ext cx="7091300" cy="898581"/>
          </a:xfrm>
        </p:spPr>
        <p:txBody>
          <a:bodyPr vert="horz" lIns="91440" tIns="45720" rIns="91440" bIns="45720" rtlCol="0" anchor="ctr">
            <a:normAutofit/>
          </a:bodyPr>
          <a:lstStyle/>
          <a:p>
            <a:pPr algn="l"/>
            <a:r>
              <a:rPr lang="en-US" sz="3700" dirty="0">
                <a:solidFill>
                  <a:srgbClr val="FFFFFF"/>
                </a:solidFill>
              </a:rPr>
              <a:t>Word clouds of open-text responses</a:t>
            </a:r>
            <a:endParaRPr lang="en-US" sz="3700" kern="1200" dirty="0">
              <a:solidFill>
                <a:srgbClr val="FFFFFF"/>
              </a:solidFill>
              <a:latin typeface="+mj-lt"/>
              <a:ea typeface="+mj-ea"/>
              <a:cs typeface="+mj-cs"/>
            </a:endParaRPr>
          </a:p>
        </p:txBody>
      </p:sp>
      <p:pic>
        <p:nvPicPr>
          <p:cNvPr id="4" name="Picture 3">
            <a:extLst>
              <a:ext uri="{FF2B5EF4-FFF2-40B4-BE49-F238E27FC236}">
                <a16:creationId xmlns:a16="http://schemas.microsoft.com/office/drawing/2014/main" id="{F526DCEE-4012-AE44-37BE-49FEECB26C12}"/>
              </a:ext>
            </a:extLst>
          </p:cNvPr>
          <p:cNvPicPr>
            <a:picLocks noChangeAspect="1"/>
          </p:cNvPicPr>
          <p:nvPr/>
        </p:nvPicPr>
        <p:blipFill>
          <a:blip r:embed="rId2"/>
          <a:stretch>
            <a:fillRect/>
          </a:stretch>
        </p:blipFill>
        <p:spPr>
          <a:xfrm>
            <a:off x="1392646" y="2181426"/>
            <a:ext cx="4454190" cy="3997637"/>
          </a:xfrm>
          <a:prstGeom prst="rect">
            <a:avLst/>
          </a:prstGeom>
        </p:spPr>
      </p:pic>
      <p:pic>
        <p:nvPicPr>
          <p:cNvPr id="3" name="image4.png" descr="A close up of words&#10;&#10;AI-generated content may be incorrect.">
            <a:extLst>
              <a:ext uri="{FF2B5EF4-FFF2-40B4-BE49-F238E27FC236}">
                <a16:creationId xmlns:a16="http://schemas.microsoft.com/office/drawing/2014/main" id="{C73D0CB7-C384-D034-0C69-F68318C797C8}"/>
              </a:ext>
            </a:extLst>
          </p:cNvPr>
          <p:cNvPicPr/>
          <p:nvPr/>
        </p:nvPicPr>
        <p:blipFill>
          <a:blip r:embed="rId3"/>
          <a:stretch>
            <a:fillRect/>
          </a:stretch>
        </p:blipFill>
        <p:spPr>
          <a:xfrm>
            <a:off x="6345165" y="2217815"/>
            <a:ext cx="3997831" cy="3997831"/>
          </a:xfrm>
          <a:prstGeom prst="rect">
            <a:avLst/>
          </a:prstGeom>
        </p:spPr>
      </p:pic>
      <p:sp>
        <p:nvSpPr>
          <p:cNvPr id="5" name="TextBox 4">
            <a:extLst>
              <a:ext uri="{FF2B5EF4-FFF2-40B4-BE49-F238E27FC236}">
                <a16:creationId xmlns:a16="http://schemas.microsoft.com/office/drawing/2014/main" id="{3B08B176-AFFD-050C-DD49-7BE5A7DF17EE}"/>
              </a:ext>
            </a:extLst>
          </p:cNvPr>
          <p:cNvSpPr txBox="1"/>
          <p:nvPr/>
        </p:nvSpPr>
        <p:spPr>
          <a:xfrm>
            <a:off x="4500243" y="666114"/>
            <a:ext cx="6844032" cy="5546047"/>
          </a:xfrm>
          <a:prstGeom prst="rect">
            <a:avLst/>
          </a:prstGeom>
        </p:spPr>
        <p:txBody>
          <a:bodyPr vert="horz" lIns="91440" tIns="45720" rIns="91440" bIns="45720" rtlCol="0" anchor="ctr">
            <a:normAutofit/>
          </a:bodyPr>
          <a:lstStyle/>
          <a:p>
            <a:endParaRPr lang="en-US" sz="2400" dirty="0"/>
          </a:p>
        </p:txBody>
      </p:sp>
      <p:sp>
        <p:nvSpPr>
          <p:cNvPr id="6" name="Slide Number Placeholder 5">
            <a:extLst>
              <a:ext uri="{FF2B5EF4-FFF2-40B4-BE49-F238E27FC236}">
                <a16:creationId xmlns:a16="http://schemas.microsoft.com/office/drawing/2014/main" id="{30BC9659-7146-7156-7166-E15035FC469E}"/>
              </a:ext>
            </a:extLst>
          </p:cNvPr>
          <p:cNvSpPr>
            <a:spLocks noGrp="1"/>
          </p:cNvSpPr>
          <p:nvPr>
            <p:ph type="sldNum" sz="quarter" idx="12"/>
          </p:nvPr>
        </p:nvSpPr>
        <p:spPr/>
        <p:txBody>
          <a:bodyPr/>
          <a:lstStyle/>
          <a:p>
            <a:fld id="{B19D99C1-D610-4605-878C-7095C6095A3C}" type="slidenum">
              <a:rPr lang="en-US" smtClean="0"/>
              <a:t>10</a:t>
            </a:fld>
            <a:endParaRPr lang="en-US"/>
          </a:p>
        </p:txBody>
      </p:sp>
    </p:spTree>
    <p:extLst>
      <p:ext uri="{BB962C8B-B14F-4D97-AF65-F5344CB8AC3E}">
        <p14:creationId xmlns:p14="http://schemas.microsoft.com/office/powerpoint/2010/main" val="8019619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3957876-A7FE-3CF4-66FC-0469EA71E7F7}"/>
            </a:ext>
          </a:extLst>
        </p:cNvPr>
        <p:cNvGrpSpPr/>
        <p:nvPr/>
      </p:nvGrpSpPr>
      <p:grpSpPr>
        <a:xfrm>
          <a:off x="0" y="0"/>
          <a:ext cx="0" cy="0"/>
          <a:chOff x="0" y="0"/>
          <a:chExt cx="0" cy="0"/>
        </a:xfrm>
      </p:grpSpPr>
      <p:sp useBgFill="1">
        <p:nvSpPr>
          <p:cNvPr id="1183" name="Rectangle 1182">
            <a:extLst>
              <a:ext uri="{FF2B5EF4-FFF2-40B4-BE49-F238E27FC236}">
                <a16:creationId xmlns:a16="http://schemas.microsoft.com/office/drawing/2014/main" id="{1C9F335C-5E24-B8DC-0EA9-244F36AE3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85" name="Rectangle 1184">
            <a:extLst>
              <a:ext uri="{FF2B5EF4-FFF2-40B4-BE49-F238E27FC236}">
                <a16:creationId xmlns:a16="http://schemas.microsoft.com/office/drawing/2014/main" id="{6FDC1EAE-B4D7-F677-7F8D-BC5BF9EC7A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7" name="Rectangle 1186">
            <a:extLst>
              <a:ext uri="{FF2B5EF4-FFF2-40B4-BE49-F238E27FC236}">
                <a16:creationId xmlns:a16="http://schemas.microsoft.com/office/drawing/2014/main" id="{42F5814E-0651-9BF5-1A08-4B24EDCBB8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9" name="Rectangle 1188">
            <a:extLst>
              <a:ext uri="{FF2B5EF4-FFF2-40B4-BE49-F238E27FC236}">
                <a16:creationId xmlns:a16="http://schemas.microsoft.com/office/drawing/2014/main" id="{8DAD97C7-6855-2957-9146-ABE7170B3D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1" name="Rectangle 1190">
            <a:extLst>
              <a:ext uri="{FF2B5EF4-FFF2-40B4-BE49-F238E27FC236}">
                <a16:creationId xmlns:a16="http://schemas.microsoft.com/office/drawing/2014/main" id="{2EF96CF2-C5AE-42C4-DB2C-51010EF429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93" name="Freeform: Shape 1192">
            <a:extLst>
              <a:ext uri="{FF2B5EF4-FFF2-40B4-BE49-F238E27FC236}">
                <a16:creationId xmlns:a16="http://schemas.microsoft.com/office/drawing/2014/main" id="{EB515E98-7708-DF11-093F-FC4BE805E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95" name="Rectangle 1194">
            <a:extLst>
              <a:ext uri="{FF2B5EF4-FFF2-40B4-BE49-F238E27FC236}">
                <a16:creationId xmlns:a16="http://schemas.microsoft.com/office/drawing/2014/main" id="{684210D4-9358-AF57-6AEF-98C97A0F9B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B2D7B3-210E-6559-AD5B-9E971570C738}"/>
              </a:ext>
            </a:extLst>
          </p:cNvPr>
          <p:cNvSpPr>
            <a:spLocks noGrp="1"/>
          </p:cNvSpPr>
          <p:nvPr>
            <p:ph type="ctrTitle"/>
          </p:nvPr>
        </p:nvSpPr>
        <p:spPr>
          <a:xfrm>
            <a:off x="1563624" y="2237684"/>
            <a:ext cx="2255053" cy="1412221"/>
          </a:xfrm>
        </p:spPr>
        <p:txBody>
          <a:bodyPr vert="horz" lIns="91440" tIns="45720" rIns="91440" bIns="45720" rtlCol="0" anchor="b">
            <a:noAutofit/>
          </a:bodyPr>
          <a:lstStyle/>
          <a:p>
            <a:pPr algn="r"/>
            <a:r>
              <a:rPr lang="en-US" sz="4000" dirty="0">
                <a:solidFill>
                  <a:srgbClr val="FFFFFF"/>
                </a:solidFill>
              </a:rPr>
              <a:t>Workflow selection</a:t>
            </a:r>
            <a:endParaRPr lang="en-US" sz="2400" kern="1200" dirty="0">
              <a:solidFill>
                <a:srgbClr val="FFFFFF"/>
              </a:solidFill>
              <a:latin typeface="+mj-lt"/>
              <a:ea typeface="+mj-ea"/>
              <a:cs typeface="+mj-cs"/>
            </a:endParaRPr>
          </a:p>
        </p:txBody>
      </p:sp>
      <p:sp>
        <p:nvSpPr>
          <p:cNvPr id="10" name="TextBox 9">
            <a:extLst>
              <a:ext uri="{FF2B5EF4-FFF2-40B4-BE49-F238E27FC236}">
                <a16:creationId xmlns:a16="http://schemas.microsoft.com/office/drawing/2014/main" id="{D6E6A765-9C8E-6807-8F0A-C5C1CAD9F9CC}"/>
              </a:ext>
            </a:extLst>
          </p:cNvPr>
          <p:cNvSpPr txBox="1"/>
          <p:nvPr/>
        </p:nvSpPr>
        <p:spPr>
          <a:xfrm>
            <a:off x="4655239" y="872556"/>
            <a:ext cx="6527421" cy="5133169"/>
          </a:xfrm>
          <a:prstGeom prst="rect">
            <a:avLst/>
          </a:prstGeom>
        </p:spPr>
        <p:txBody>
          <a:bodyPr vert="horz" lIns="91440" tIns="45720" rIns="91440" bIns="45720" rtlCol="0" anchor="ctr">
            <a:normAutofit/>
          </a:bodyPr>
          <a:lstStyle/>
          <a:p>
            <a:pPr marL="514350" indent="-514350">
              <a:buFont typeface="+mj-lt"/>
              <a:buAutoNum type="arabicPeriod"/>
            </a:pPr>
            <a:endParaRPr lang="en-US" sz="2800" dirty="0"/>
          </a:p>
        </p:txBody>
      </p:sp>
      <p:sp>
        <p:nvSpPr>
          <p:cNvPr id="7" name="TextBox 6">
            <a:extLst>
              <a:ext uri="{FF2B5EF4-FFF2-40B4-BE49-F238E27FC236}">
                <a16:creationId xmlns:a16="http://schemas.microsoft.com/office/drawing/2014/main" id="{C0A34514-07DD-FAF6-B984-E2009322FBCA}"/>
              </a:ext>
            </a:extLst>
          </p:cNvPr>
          <p:cNvSpPr txBox="1"/>
          <p:nvPr/>
        </p:nvSpPr>
        <p:spPr>
          <a:xfrm>
            <a:off x="4818928" y="872556"/>
            <a:ext cx="6167628" cy="4985980"/>
          </a:xfrm>
          <a:prstGeom prst="rect">
            <a:avLst/>
          </a:prstGeom>
          <a:noFill/>
        </p:spPr>
        <p:txBody>
          <a:bodyPr wrap="square">
            <a:spAutoFit/>
          </a:bodyPr>
          <a:lstStyle/>
          <a:p>
            <a:pPr marL="342900" indent="-342900">
              <a:spcBef>
                <a:spcPts val="600"/>
              </a:spcBef>
              <a:spcAft>
                <a:spcPts val="600"/>
              </a:spcAft>
              <a:buFont typeface="+mj-lt"/>
              <a:buAutoNum type="arabicPeriod"/>
            </a:pPr>
            <a:r>
              <a:rPr lang="en-US" sz="2400" b="1" dirty="0">
                <a:latin typeface="+mj-lt"/>
              </a:rPr>
              <a:t>Exam Grade Entry (desktop)</a:t>
            </a:r>
          </a:p>
          <a:p>
            <a:pPr marL="800100" lvl="1" indent="-342900">
              <a:spcBef>
                <a:spcPts val="600"/>
              </a:spcBef>
              <a:spcAft>
                <a:spcPts val="600"/>
              </a:spcAft>
              <a:buFont typeface="Arial" panose="020B0604020202020204" pitchFamily="34" charset="0"/>
              <a:buChar char="•"/>
            </a:pPr>
            <a:r>
              <a:rPr lang="en-US" sz="2200" dirty="0">
                <a:latin typeface="+mj-lt"/>
              </a:rPr>
              <a:t>Highest priority score</a:t>
            </a:r>
          </a:p>
          <a:p>
            <a:pPr marL="800100" lvl="1" indent="-342900">
              <a:spcBef>
                <a:spcPts val="600"/>
              </a:spcBef>
              <a:spcAft>
                <a:spcPts val="600"/>
              </a:spcAft>
              <a:buFont typeface="Arial" panose="020B0604020202020204" pitchFamily="34" charset="0"/>
              <a:buChar char="•"/>
            </a:pPr>
            <a:r>
              <a:rPr lang="en-US" sz="2200" dirty="0">
                <a:latin typeface="+mj-lt"/>
              </a:rPr>
              <a:t>High responsibility + fragmented path + late validation + unclear fields</a:t>
            </a:r>
          </a:p>
          <a:p>
            <a:pPr marL="800100" lvl="1" indent="-342900">
              <a:spcBef>
                <a:spcPts val="600"/>
              </a:spcBef>
              <a:spcAft>
                <a:spcPts val="600"/>
              </a:spcAft>
              <a:buFont typeface="Arial" panose="020B0604020202020204" pitchFamily="34" charset="0"/>
              <a:buChar char="•"/>
            </a:pPr>
            <a:endParaRPr lang="en-US" sz="2200" dirty="0">
              <a:latin typeface="+mj-lt"/>
            </a:endParaRPr>
          </a:p>
          <a:p>
            <a:pPr marL="342900" indent="-342900">
              <a:spcBef>
                <a:spcPts val="600"/>
              </a:spcBef>
              <a:spcAft>
                <a:spcPts val="600"/>
              </a:spcAft>
              <a:buFont typeface="+mj-lt"/>
              <a:buAutoNum type="arabicPeriod"/>
            </a:pPr>
            <a:r>
              <a:rPr lang="en-US" sz="2400" b="1" dirty="0">
                <a:latin typeface="+mj-lt"/>
              </a:rPr>
              <a:t>Search &amp; Register for Courses (desktop + mobile)</a:t>
            </a:r>
          </a:p>
          <a:p>
            <a:pPr marL="800100" lvl="1" indent="-342900">
              <a:spcBef>
                <a:spcPts val="600"/>
              </a:spcBef>
              <a:spcAft>
                <a:spcPts val="600"/>
              </a:spcAft>
              <a:buFont typeface="Arial" panose="020B0604020202020204" pitchFamily="34" charset="0"/>
              <a:buChar char="•"/>
            </a:pPr>
            <a:r>
              <a:rPr lang="en-US" sz="2200" dirty="0">
                <a:latin typeface="+mj-lt"/>
              </a:rPr>
              <a:t>Highest frequency + most student comments</a:t>
            </a:r>
          </a:p>
          <a:p>
            <a:pPr marL="800100" lvl="1" indent="-342900">
              <a:spcBef>
                <a:spcPts val="600"/>
              </a:spcBef>
              <a:spcAft>
                <a:spcPts val="600"/>
              </a:spcAft>
              <a:buFont typeface="Arial" panose="020B0604020202020204" pitchFamily="34" charset="0"/>
              <a:buChar char="•"/>
            </a:pPr>
            <a:r>
              <a:rPr lang="en-US" sz="2200" dirty="0">
                <a:latin typeface="+mj-lt"/>
              </a:rPr>
              <a:t>Navigation friction + unclear terminology + hidden actions</a:t>
            </a:r>
          </a:p>
          <a:p>
            <a:pPr marL="800100" lvl="1" indent="-342900">
              <a:spcBef>
                <a:spcPts val="600"/>
              </a:spcBef>
              <a:spcAft>
                <a:spcPts val="600"/>
              </a:spcAft>
              <a:buFont typeface="Arial" panose="020B0604020202020204" pitchFamily="34" charset="0"/>
              <a:buChar char="•"/>
            </a:pPr>
            <a:r>
              <a:rPr lang="en-US" sz="2200" dirty="0">
                <a:latin typeface="+mj-lt"/>
              </a:rPr>
              <a:t>Mobile introduction of workflow</a:t>
            </a:r>
          </a:p>
        </p:txBody>
      </p:sp>
      <p:sp>
        <p:nvSpPr>
          <p:cNvPr id="3" name="Slide Number Placeholder 2">
            <a:extLst>
              <a:ext uri="{FF2B5EF4-FFF2-40B4-BE49-F238E27FC236}">
                <a16:creationId xmlns:a16="http://schemas.microsoft.com/office/drawing/2014/main" id="{23287A2B-A7FE-B79D-0DC9-155DC68E92A6}"/>
              </a:ext>
            </a:extLst>
          </p:cNvPr>
          <p:cNvSpPr>
            <a:spLocks noGrp="1"/>
          </p:cNvSpPr>
          <p:nvPr>
            <p:ph type="sldNum" sz="quarter" idx="12"/>
          </p:nvPr>
        </p:nvSpPr>
        <p:spPr/>
        <p:txBody>
          <a:bodyPr/>
          <a:lstStyle/>
          <a:p>
            <a:fld id="{B19D99C1-D610-4605-878C-7095C6095A3C}" type="slidenum">
              <a:rPr lang="en-US" smtClean="0"/>
              <a:t>11</a:t>
            </a:fld>
            <a:endParaRPr lang="en-US"/>
          </a:p>
        </p:txBody>
      </p:sp>
    </p:spTree>
    <p:extLst>
      <p:ext uri="{BB962C8B-B14F-4D97-AF65-F5344CB8AC3E}">
        <p14:creationId xmlns:p14="http://schemas.microsoft.com/office/powerpoint/2010/main" val="9203486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4ED9E-D126-93CD-BDC2-CD8B5F6526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ED1E23-1651-F441-7137-00959807C4B1}"/>
              </a:ext>
            </a:extLst>
          </p:cNvPr>
          <p:cNvSpPr>
            <a:spLocks noGrp="1"/>
          </p:cNvSpPr>
          <p:nvPr>
            <p:ph type="title"/>
          </p:nvPr>
        </p:nvSpPr>
        <p:spPr>
          <a:xfrm>
            <a:off x="838200" y="365125"/>
            <a:ext cx="10515600" cy="1325563"/>
          </a:xfrm>
        </p:spPr>
        <p:txBody>
          <a:bodyPr>
            <a:normAutofit/>
          </a:bodyPr>
          <a:lstStyle/>
          <a:p>
            <a:r>
              <a:rPr lang="en-US" dirty="0"/>
              <a:t>Redesign Strategy</a:t>
            </a:r>
            <a:endParaRPr lang="en-US" b="1" dirty="0"/>
          </a:p>
        </p:txBody>
      </p:sp>
      <p:graphicFrame>
        <p:nvGraphicFramePr>
          <p:cNvPr id="22" name="Content Placeholder 2">
            <a:extLst>
              <a:ext uri="{FF2B5EF4-FFF2-40B4-BE49-F238E27FC236}">
                <a16:creationId xmlns:a16="http://schemas.microsoft.com/office/drawing/2014/main" id="{A473F3B4-6723-B8CB-16D3-644F9AB478AB}"/>
              </a:ext>
            </a:extLst>
          </p:cNvPr>
          <p:cNvGraphicFramePr>
            <a:graphicFrameLocks noGrp="1"/>
          </p:cNvGraphicFramePr>
          <p:nvPr>
            <p:ph idx="1"/>
            <p:extLst>
              <p:ext uri="{D42A27DB-BD31-4B8C-83A1-F6EECF244321}">
                <p14:modId xmlns:p14="http://schemas.microsoft.com/office/powerpoint/2010/main" val="82140630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9C6CDBD4-1676-53E2-B532-E06C697ABAE4}"/>
              </a:ext>
            </a:extLst>
          </p:cNvPr>
          <p:cNvSpPr>
            <a:spLocks noGrp="1"/>
          </p:cNvSpPr>
          <p:nvPr>
            <p:ph type="sldNum" sz="quarter" idx="12"/>
          </p:nvPr>
        </p:nvSpPr>
        <p:spPr/>
        <p:txBody>
          <a:bodyPr/>
          <a:lstStyle/>
          <a:p>
            <a:fld id="{B19D99C1-D610-4605-878C-7095C6095A3C}" type="slidenum">
              <a:rPr lang="en-US" smtClean="0"/>
              <a:t>12</a:t>
            </a:fld>
            <a:endParaRPr lang="en-US"/>
          </a:p>
        </p:txBody>
      </p:sp>
    </p:spTree>
    <p:extLst>
      <p:ext uri="{BB962C8B-B14F-4D97-AF65-F5344CB8AC3E}">
        <p14:creationId xmlns:p14="http://schemas.microsoft.com/office/powerpoint/2010/main" val="11277714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9A92356-DE5E-6390-835B-E21B93C4546C}"/>
            </a:ext>
          </a:extLst>
        </p:cNvPr>
        <p:cNvGrpSpPr/>
        <p:nvPr/>
      </p:nvGrpSpPr>
      <p:grpSpPr>
        <a:xfrm>
          <a:off x="0" y="0"/>
          <a:ext cx="0" cy="0"/>
          <a:chOff x="0" y="0"/>
          <a:chExt cx="0" cy="0"/>
        </a:xfrm>
      </p:grpSpPr>
      <p:sp useBgFill="1">
        <p:nvSpPr>
          <p:cNvPr id="1256" name="Rectangle 1255">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8" name="Rectangle 1257">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0" name="Rectangle 1259">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2" name="Rectangle 1261">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4" name="Freeform: Shape 1263">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C5BABA52-DBD0-2076-2528-8495EE3B40E4}"/>
              </a:ext>
            </a:extLst>
          </p:cNvPr>
          <p:cNvSpPr>
            <a:spLocks noGrp="1"/>
          </p:cNvSpPr>
          <p:nvPr>
            <p:ph type="ctrTitle"/>
          </p:nvPr>
        </p:nvSpPr>
        <p:spPr>
          <a:xfrm>
            <a:off x="847725" y="1971578"/>
            <a:ext cx="2880828" cy="3071906"/>
          </a:xfrm>
        </p:spPr>
        <p:txBody>
          <a:bodyPr vert="horz" lIns="91440" tIns="45720" rIns="91440" bIns="45720" rtlCol="0" anchor="t">
            <a:normAutofit/>
          </a:bodyPr>
          <a:lstStyle/>
          <a:p>
            <a:pPr algn="r"/>
            <a:r>
              <a:rPr lang="fr-FR" sz="4000" dirty="0" err="1">
                <a:solidFill>
                  <a:srgbClr val="FFFFFF"/>
                </a:solidFill>
              </a:rPr>
              <a:t>Existing</a:t>
            </a:r>
            <a:r>
              <a:rPr lang="fr-FR" sz="4000" dirty="0">
                <a:solidFill>
                  <a:srgbClr val="FFFFFF"/>
                </a:solidFill>
              </a:rPr>
              <a:t> LUIS Mobile Interface </a:t>
            </a:r>
            <a:r>
              <a:rPr lang="fr-FR" sz="4000" dirty="0" err="1">
                <a:solidFill>
                  <a:srgbClr val="FFFFFF"/>
                </a:solidFill>
              </a:rPr>
              <a:t>Visuals</a:t>
            </a:r>
            <a:endParaRPr lang="en-US" sz="4000" kern="1200" dirty="0">
              <a:solidFill>
                <a:srgbClr val="FFFFFF"/>
              </a:solidFill>
              <a:latin typeface="+mj-lt"/>
              <a:ea typeface="+mj-ea"/>
              <a:cs typeface="+mj-cs"/>
            </a:endParaRPr>
          </a:p>
        </p:txBody>
      </p:sp>
      <p:pic>
        <p:nvPicPr>
          <p:cNvPr id="3" name="Picture 2">
            <a:extLst>
              <a:ext uri="{FF2B5EF4-FFF2-40B4-BE49-F238E27FC236}">
                <a16:creationId xmlns:a16="http://schemas.microsoft.com/office/drawing/2014/main" id="{1BF8B80C-7770-3A66-3F64-754133EFAFA6}"/>
              </a:ext>
            </a:extLst>
          </p:cNvPr>
          <p:cNvPicPr>
            <a:picLocks noChangeAspect="1"/>
          </p:cNvPicPr>
          <p:nvPr/>
        </p:nvPicPr>
        <p:blipFill>
          <a:blip r:embed="rId2"/>
          <a:stretch>
            <a:fillRect/>
          </a:stretch>
        </p:blipFill>
        <p:spPr>
          <a:xfrm>
            <a:off x="4502428" y="627692"/>
            <a:ext cx="7225748" cy="5602616"/>
          </a:xfrm>
          <a:prstGeom prst="rect">
            <a:avLst/>
          </a:prstGeom>
        </p:spPr>
      </p:pic>
      <p:sp>
        <p:nvSpPr>
          <p:cNvPr id="5" name="TextBox 4">
            <a:extLst>
              <a:ext uri="{FF2B5EF4-FFF2-40B4-BE49-F238E27FC236}">
                <a16:creationId xmlns:a16="http://schemas.microsoft.com/office/drawing/2014/main" id="{D73AC8D9-6451-9A58-FA4B-91206CF42836}"/>
              </a:ext>
            </a:extLst>
          </p:cNvPr>
          <p:cNvSpPr txBox="1"/>
          <p:nvPr/>
        </p:nvSpPr>
        <p:spPr>
          <a:xfrm>
            <a:off x="4500243" y="666114"/>
            <a:ext cx="6844032" cy="5546047"/>
          </a:xfrm>
          <a:prstGeom prst="rect">
            <a:avLst/>
          </a:prstGeom>
        </p:spPr>
        <p:txBody>
          <a:bodyPr vert="horz" lIns="91440" tIns="45720" rIns="91440" bIns="45720" rtlCol="0" anchor="ctr">
            <a:normAutofit/>
          </a:bodyPr>
          <a:lstStyle/>
          <a:p>
            <a:endParaRPr lang="en-US" sz="2400" dirty="0"/>
          </a:p>
        </p:txBody>
      </p:sp>
      <p:sp>
        <p:nvSpPr>
          <p:cNvPr id="4" name="Slide Number Placeholder 3">
            <a:extLst>
              <a:ext uri="{FF2B5EF4-FFF2-40B4-BE49-F238E27FC236}">
                <a16:creationId xmlns:a16="http://schemas.microsoft.com/office/drawing/2014/main" id="{FD3C31EB-2CCD-9517-71AE-A40C133EAA56}"/>
              </a:ext>
            </a:extLst>
          </p:cNvPr>
          <p:cNvSpPr>
            <a:spLocks noGrp="1"/>
          </p:cNvSpPr>
          <p:nvPr>
            <p:ph type="sldNum" sz="quarter" idx="12"/>
          </p:nvPr>
        </p:nvSpPr>
        <p:spPr/>
        <p:txBody>
          <a:bodyPr/>
          <a:lstStyle/>
          <a:p>
            <a:fld id="{B19D99C1-D610-4605-878C-7095C6095A3C}" type="slidenum">
              <a:rPr lang="en-US" smtClean="0"/>
              <a:t>13</a:t>
            </a:fld>
            <a:endParaRPr lang="en-US"/>
          </a:p>
        </p:txBody>
      </p:sp>
    </p:spTree>
    <p:extLst>
      <p:ext uri="{BB962C8B-B14F-4D97-AF65-F5344CB8AC3E}">
        <p14:creationId xmlns:p14="http://schemas.microsoft.com/office/powerpoint/2010/main" val="21920114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ABF7459-EE7B-1596-361C-6F85E683270D}"/>
            </a:ext>
          </a:extLst>
        </p:cNvPr>
        <p:cNvGrpSpPr/>
        <p:nvPr/>
      </p:nvGrpSpPr>
      <p:grpSpPr>
        <a:xfrm>
          <a:off x="0" y="0"/>
          <a:ext cx="0" cy="0"/>
          <a:chOff x="0" y="0"/>
          <a:chExt cx="0" cy="0"/>
        </a:xfrm>
      </p:grpSpPr>
      <p:sp useBgFill="1">
        <p:nvSpPr>
          <p:cNvPr id="1265" name="Rectangle 126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7" name="Rectangle 126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9" name="Rectangle 126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1" name="Rectangle 127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2F3CC4-A327-3075-7EED-E0CF022FEA26}"/>
              </a:ext>
            </a:extLst>
          </p:cNvPr>
          <p:cNvSpPr>
            <a:spLocks noGrp="1"/>
          </p:cNvSpPr>
          <p:nvPr>
            <p:ph type="ctrTitle"/>
          </p:nvPr>
        </p:nvSpPr>
        <p:spPr>
          <a:xfrm>
            <a:off x="699713" y="248038"/>
            <a:ext cx="7063721" cy="1159200"/>
          </a:xfrm>
        </p:spPr>
        <p:txBody>
          <a:bodyPr vert="horz" lIns="91440" tIns="45720" rIns="91440" bIns="45720" rtlCol="0" anchor="ctr">
            <a:normAutofit/>
          </a:bodyPr>
          <a:lstStyle/>
          <a:p>
            <a:pPr algn="l"/>
            <a:r>
              <a:rPr lang="en-US" sz="3700" dirty="0">
                <a:solidFill>
                  <a:srgbClr val="FFFFFF"/>
                </a:solidFill>
              </a:rPr>
              <a:t>Student Mobile workflow Low-Fi Wireframes</a:t>
            </a:r>
            <a:endParaRPr lang="en-US" sz="3700" kern="1200" dirty="0">
              <a:solidFill>
                <a:srgbClr val="FFFFFF"/>
              </a:solidFill>
              <a:latin typeface="+mj-lt"/>
              <a:ea typeface="+mj-ea"/>
              <a:cs typeface="+mj-cs"/>
            </a:endParaRPr>
          </a:p>
        </p:txBody>
      </p:sp>
      <p:pic>
        <p:nvPicPr>
          <p:cNvPr id="8" name="Picture 7" descr="A screenshot of a mobile application&#10;&#10;AI-generated content may be incorrect.">
            <a:extLst>
              <a:ext uri="{FF2B5EF4-FFF2-40B4-BE49-F238E27FC236}">
                <a16:creationId xmlns:a16="http://schemas.microsoft.com/office/drawing/2014/main" id="{DAB05DBC-BCC2-7D81-9074-E9251D3C49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2416529" y="1966293"/>
            <a:ext cx="7358941" cy="4452160"/>
          </a:xfrm>
          <a:prstGeom prst="rect">
            <a:avLst/>
          </a:prstGeom>
          <a:noFill/>
        </p:spPr>
      </p:pic>
      <p:sp>
        <p:nvSpPr>
          <p:cNvPr id="5" name="TextBox 4">
            <a:extLst>
              <a:ext uri="{FF2B5EF4-FFF2-40B4-BE49-F238E27FC236}">
                <a16:creationId xmlns:a16="http://schemas.microsoft.com/office/drawing/2014/main" id="{C836FDBD-93B4-2890-A9C6-5E1B475360BD}"/>
              </a:ext>
            </a:extLst>
          </p:cNvPr>
          <p:cNvSpPr txBox="1"/>
          <p:nvPr/>
        </p:nvSpPr>
        <p:spPr>
          <a:xfrm>
            <a:off x="4500243" y="666114"/>
            <a:ext cx="6844032" cy="5546047"/>
          </a:xfrm>
          <a:prstGeom prst="rect">
            <a:avLst/>
          </a:prstGeom>
        </p:spPr>
        <p:txBody>
          <a:bodyPr vert="horz" lIns="91440" tIns="45720" rIns="91440" bIns="45720" rtlCol="0" anchor="ctr">
            <a:normAutofit/>
          </a:bodyPr>
          <a:lstStyle/>
          <a:p>
            <a:endParaRPr lang="en-US" sz="2400" dirty="0"/>
          </a:p>
        </p:txBody>
      </p:sp>
      <p:sp>
        <p:nvSpPr>
          <p:cNvPr id="3" name="Slide Number Placeholder 2">
            <a:extLst>
              <a:ext uri="{FF2B5EF4-FFF2-40B4-BE49-F238E27FC236}">
                <a16:creationId xmlns:a16="http://schemas.microsoft.com/office/drawing/2014/main" id="{D7DA670D-2EF4-FDA2-F230-BAE0B4BB678D}"/>
              </a:ext>
            </a:extLst>
          </p:cNvPr>
          <p:cNvSpPr>
            <a:spLocks noGrp="1"/>
          </p:cNvSpPr>
          <p:nvPr>
            <p:ph type="sldNum" sz="quarter" idx="12"/>
          </p:nvPr>
        </p:nvSpPr>
        <p:spPr/>
        <p:txBody>
          <a:bodyPr/>
          <a:lstStyle/>
          <a:p>
            <a:fld id="{B19D99C1-D610-4605-878C-7095C6095A3C}" type="slidenum">
              <a:rPr lang="en-US" smtClean="0"/>
              <a:t>14</a:t>
            </a:fld>
            <a:endParaRPr lang="en-US"/>
          </a:p>
        </p:txBody>
      </p:sp>
    </p:spTree>
    <p:extLst>
      <p:ext uri="{BB962C8B-B14F-4D97-AF65-F5344CB8AC3E}">
        <p14:creationId xmlns:p14="http://schemas.microsoft.com/office/powerpoint/2010/main" val="21568576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8652253-F9E9-BAB5-E8AF-04A6487B98A9}"/>
            </a:ext>
          </a:extLst>
        </p:cNvPr>
        <p:cNvGrpSpPr/>
        <p:nvPr/>
      </p:nvGrpSpPr>
      <p:grpSpPr>
        <a:xfrm>
          <a:off x="0" y="0"/>
          <a:ext cx="0" cy="0"/>
          <a:chOff x="0" y="0"/>
          <a:chExt cx="0" cy="0"/>
        </a:xfrm>
      </p:grpSpPr>
      <p:sp useBgFill="1">
        <p:nvSpPr>
          <p:cNvPr id="1239" name="Rectangle 123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1" name="Rectangle 124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3" name="Rectangle 124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5" name="Rectangle 124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A43486-A20F-A575-F28A-C250E5F2C3B4}"/>
              </a:ext>
            </a:extLst>
          </p:cNvPr>
          <p:cNvSpPr>
            <a:spLocks noGrp="1"/>
          </p:cNvSpPr>
          <p:nvPr>
            <p:ph type="ctrTitle"/>
          </p:nvPr>
        </p:nvSpPr>
        <p:spPr>
          <a:xfrm>
            <a:off x="699713" y="248038"/>
            <a:ext cx="8752295" cy="1159200"/>
          </a:xfrm>
        </p:spPr>
        <p:txBody>
          <a:bodyPr vert="horz" lIns="91440" tIns="45720" rIns="91440" bIns="45720" rtlCol="0" anchor="ctr">
            <a:normAutofit/>
          </a:bodyPr>
          <a:lstStyle/>
          <a:p>
            <a:pPr algn="l"/>
            <a:r>
              <a:rPr lang="fr-FR" sz="3700" dirty="0">
                <a:solidFill>
                  <a:srgbClr val="FFFFFF"/>
                </a:solidFill>
              </a:rPr>
              <a:t>Existing LUIS </a:t>
            </a:r>
            <a:r>
              <a:rPr lang="fr-FR" sz="3700" dirty="0" err="1">
                <a:solidFill>
                  <a:srgbClr val="FFFFFF"/>
                </a:solidFill>
              </a:rPr>
              <a:t>Sudent</a:t>
            </a:r>
            <a:r>
              <a:rPr lang="fr-FR" sz="3700" dirty="0">
                <a:solidFill>
                  <a:srgbClr val="FFFFFF"/>
                </a:solidFill>
              </a:rPr>
              <a:t> Desktop Interface </a:t>
            </a:r>
            <a:r>
              <a:rPr lang="fr-FR" sz="3700" dirty="0" err="1">
                <a:solidFill>
                  <a:srgbClr val="FFFFFF"/>
                </a:solidFill>
              </a:rPr>
              <a:t>Visuals</a:t>
            </a:r>
            <a:endParaRPr lang="en-US" sz="3700" kern="1200" dirty="0">
              <a:solidFill>
                <a:srgbClr val="FFFFFF"/>
              </a:solidFill>
              <a:latin typeface="+mj-lt"/>
              <a:ea typeface="+mj-ea"/>
              <a:cs typeface="+mj-cs"/>
            </a:endParaRPr>
          </a:p>
        </p:txBody>
      </p:sp>
      <p:pic>
        <p:nvPicPr>
          <p:cNvPr id="4" name="Picture 3">
            <a:extLst>
              <a:ext uri="{FF2B5EF4-FFF2-40B4-BE49-F238E27FC236}">
                <a16:creationId xmlns:a16="http://schemas.microsoft.com/office/drawing/2014/main" id="{91057D49-0040-8896-8815-2CA46346DD45}"/>
              </a:ext>
            </a:extLst>
          </p:cNvPr>
          <p:cNvPicPr>
            <a:picLocks noChangeAspect="1"/>
          </p:cNvPicPr>
          <p:nvPr/>
        </p:nvPicPr>
        <p:blipFill>
          <a:blip r:embed="rId2"/>
          <a:stretch>
            <a:fillRect/>
          </a:stretch>
        </p:blipFill>
        <p:spPr>
          <a:xfrm>
            <a:off x="1121522" y="1966293"/>
            <a:ext cx="9948955" cy="4452160"/>
          </a:xfrm>
          <a:prstGeom prst="rect">
            <a:avLst/>
          </a:prstGeom>
        </p:spPr>
      </p:pic>
      <p:sp>
        <p:nvSpPr>
          <p:cNvPr id="5" name="TextBox 4">
            <a:extLst>
              <a:ext uri="{FF2B5EF4-FFF2-40B4-BE49-F238E27FC236}">
                <a16:creationId xmlns:a16="http://schemas.microsoft.com/office/drawing/2014/main" id="{09D9B1B2-B973-0F34-3871-02FD188E739D}"/>
              </a:ext>
            </a:extLst>
          </p:cNvPr>
          <p:cNvSpPr txBox="1"/>
          <p:nvPr/>
        </p:nvSpPr>
        <p:spPr>
          <a:xfrm>
            <a:off x="4500243" y="666114"/>
            <a:ext cx="6844032" cy="5546047"/>
          </a:xfrm>
          <a:prstGeom prst="rect">
            <a:avLst/>
          </a:prstGeom>
        </p:spPr>
        <p:txBody>
          <a:bodyPr vert="horz" lIns="91440" tIns="45720" rIns="91440" bIns="45720" rtlCol="0" anchor="ctr">
            <a:normAutofit/>
          </a:bodyPr>
          <a:lstStyle/>
          <a:p>
            <a:endParaRPr lang="en-US" sz="2400" dirty="0"/>
          </a:p>
        </p:txBody>
      </p:sp>
      <p:sp>
        <p:nvSpPr>
          <p:cNvPr id="3" name="Slide Number Placeholder 2">
            <a:extLst>
              <a:ext uri="{FF2B5EF4-FFF2-40B4-BE49-F238E27FC236}">
                <a16:creationId xmlns:a16="http://schemas.microsoft.com/office/drawing/2014/main" id="{4FAF7A32-7F88-47E3-D3F3-799D704843BC}"/>
              </a:ext>
            </a:extLst>
          </p:cNvPr>
          <p:cNvSpPr>
            <a:spLocks noGrp="1"/>
          </p:cNvSpPr>
          <p:nvPr>
            <p:ph type="sldNum" sz="quarter" idx="12"/>
          </p:nvPr>
        </p:nvSpPr>
        <p:spPr/>
        <p:txBody>
          <a:bodyPr/>
          <a:lstStyle/>
          <a:p>
            <a:fld id="{B19D99C1-D610-4605-878C-7095C6095A3C}" type="slidenum">
              <a:rPr lang="en-US" smtClean="0"/>
              <a:t>15</a:t>
            </a:fld>
            <a:endParaRPr lang="en-US"/>
          </a:p>
        </p:txBody>
      </p:sp>
    </p:spTree>
    <p:extLst>
      <p:ext uri="{BB962C8B-B14F-4D97-AF65-F5344CB8AC3E}">
        <p14:creationId xmlns:p14="http://schemas.microsoft.com/office/powerpoint/2010/main" val="13334850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C22AC6D-1562-B843-45D9-DC282E8AF4B5}"/>
            </a:ext>
          </a:extLst>
        </p:cNvPr>
        <p:cNvGrpSpPr/>
        <p:nvPr/>
      </p:nvGrpSpPr>
      <p:grpSpPr>
        <a:xfrm>
          <a:off x="0" y="0"/>
          <a:ext cx="0" cy="0"/>
          <a:chOff x="0" y="0"/>
          <a:chExt cx="0" cy="0"/>
        </a:xfrm>
      </p:grpSpPr>
      <p:sp useBgFill="1">
        <p:nvSpPr>
          <p:cNvPr id="1319" name="Rectangle 1318">
            <a:extLst>
              <a:ext uri="{FF2B5EF4-FFF2-40B4-BE49-F238E27FC236}">
                <a16:creationId xmlns:a16="http://schemas.microsoft.com/office/drawing/2014/main" id="{398F3DEE-0E56-499F-AFAE-C2DA7C2C8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1" name="Rectangle 1320">
            <a:extLst>
              <a:ext uri="{FF2B5EF4-FFF2-40B4-BE49-F238E27FC236}">
                <a16:creationId xmlns:a16="http://schemas.microsoft.com/office/drawing/2014/main" id="{E85CCF60-79A2-440A-86A2-1A64A59F7B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1100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23" name="Rectangle 1322">
            <a:extLst>
              <a:ext uri="{FF2B5EF4-FFF2-40B4-BE49-F238E27FC236}">
                <a16:creationId xmlns:a16="http://schemas.microsoft.com/office/drawing/2014/main" id="{3F2162BA-EECD-43E0-99D9-C00B19482E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57200" y="8482"/>
            <a:ext cx="3568276" cy="6858000"/>
          </a:xfrm>
          <a:prstGeom prst="rect">
            <a:avLst/>
          </a:prstGeom>
          <a:gradFill>
            <a:gsLst>
              <a:gs pos="0">
                <a:schemeClr val="accent1">
                  <a:alpha val="32000"/>
                </a:schemeClr>
              </a:gs>
              <a:gs pos="70000">
                <a:srgbClr val="000000">
                  <a:alpha val="0"/>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25" name="Freeform: Shape 1324">
            <a:extLst>
              <a:ext uri="{FF2B5EF4-FFF2-40B4-BE49-F238E27FC236}">
                <a16:creationId xmlns:a16="http://schemas.microsoft.com/office/drawing/2014/main" id="{160DB805-F71F-46BB-A8CC-74F6D8306F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27" name="Rectangle 1326">
            <a:extLst>
              <a:ext uri="{FF2B5EF4-FFF2-40B4-BE49-F238E27FC236}">
                <a16:creationId xmlns:a16="http://schemas.microsoft.com/office/drawing/2014/main" id="{6F91054C-3439-420E-88EB-F0A5637EC5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9565" y="2659404"/>
            <a:ext cx="4355594" cy="4040742"/>
          </a:xfrm>
          <a:prstGeom prst="rect">
            <a:avLst/>
          </a:prstGeom>
          <a:gradFill>
            <a:gsLst>
              <a:gs pos="0">
                <a:schemeClr val="accent1">
                  <a:alpha val="24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8213DF-2C6D-B1BE-0BAC-68B2182EF0C7}"/>
              </a:ext>
            </a:extLst>
          </p:cNvPr>
          <p:cNvSpPr>
            <a:spLocks noGrp="1"/>
          </p:cNvSpPr>
          <p:nvPr>
            <p:ph type="ctrTitle"/>
          </p:nvPr>
        </p:nvSpPr>
        <p:spPr>
          <a:xfrm>
            <a:off x="756945" y="2483731"/>
            <a:ext cx="2895573" cy="1860743"/>
          </a:xfrm>
        </p:spPr>
        <p:txBody>
          <a:bodyPr vert="horz" lIns="91440" tIns="45720" rIns="91440" bIns="45720" rtlCol="0" anchor="t">
            <a:normAutofit/>
          </a:bodyPr>
          <a:lstStyle/>
          <a:p>
            <a:pPr algn="r"/>
            <a:r>
              <a:rPr lang="en-US" sz="4000" dirty="0">
                <a:solidFill>
                  <a:srgbClr val="FFFFFF"/>
                </a:solidFill>
              </a:rPr>
              <a:t>Student desktop wireframes</a:t>
            </a:r>
            <a:endParaRPr lang="en-US" sz="4000" kern="1200" dirty="0">
              <a:solidFill>
                <a:srgbClr val="FFFFFF"/>
              </a:solidFill>
              <a:latin typeface="+mj-lt"/>
              <a:ea typeface="+mj-ea"/>
              <a:cs typeface="+mj-cs"/>
            </a:endParaRPr>
          </a:p>
        </p:txBody>
      </p:sp>
      <p:sp>
        <p:nvSpPr>
          <p:cNvPr id="5" name="TextBox 4">
            <a:extLst>
              <a:ext uri="{FF2B5EF4-FFF2-40B4-BE49-F238E27FC236}">
                <a16:creationId xmlns:a16="http://schemas.microsoft.com/office/drawing/2014/main" id="{AD986240-C899-E1DF-C749-AA326E4D3D2C}"/>
              </a:ext>
            </a:extLst>
          </p:cNvPr>
          <p:cNvSpPr txBox="1">
            <a:spLocks noGrp="1" noRot="1" noMove="1" noResize="1" noEditPoints="1" noAdjustHandles="1" noChangeArrowheads="1" noChangeShapeType="1"/>
          </p:cNvSpPr>
          <p:nvPr/>
        </p:nvSpPr>
        <p:spPr>
          <a:xfrm>
            <a:off x="4745904" y="711536"/>
            <a:ext cx="6844032" cy="5546047"/>
          </a:xfrm>
          <a:prstGeom prst="rect">
            <a:avLst/>
          </a:prstGeom>
        </p:spPr>
        <p:txBody>
          <a:bodyPr vert="horz" lIns="91440" tIns="45720" rIns="91440" bIns="45720" rtlCol="0" anchor="ctr">
            <a:normAutofit/>
          </a:bodyPr>
          <a:lstStyle/>
          <a:p>
            <a:endParaRPr lang="en-US" sz="2400" dirty="0"/>
          </a:p>
        </p:txBody>
      </p:sp>
      <p:sp>
        <p:nvSpPr>
          <p:cNvPr id="3" name="Slide Number Placeholder 2">
            <a:extLst>
              <a:ext uri="{FF2B5EF4-FFF2-40B4-BE49-F238E27FC236}">
                <a16:creationId xmlns:a16="http://schemas.microsoft.com/office/drawing/2014/main" id="{2D802D1F-3CA7-7448-DB24-ED7865574834}"/>
              </a:ext>
            </a:extLst>
          </p:cNvPr>
          <p:cNvSpPr>
            <a:spLocks noGrp="1"/>
          </p:cNvSpPr>
          <p:nvPr>
            <p:ph type="sldNum" sz="quarter" idx="12"/>
          </p:nvPr>
        </p:nvSpPr>
        <p:spPr/>
        <p:txBody>
          <a:bodyPr/>
          <a:lstStyle/>
          <a:p>
            <a:fld id="{B19D99C1-D610-4605-878C-7095C6095A3C}" type="slidenum">
              <a:rPr lang="en-US" smtClean="0"/>
              <a:t>16</a:t>
            </a:fld>
            <a:endParaRPr lang="en-US"/>
          </a:p>
        </p:txBody>
      </p:sp>
      <p:sp>
        <p:nvSpPr>
          <p:cNvPr id="7" name="Rectangle 6">
            <a:extLst>
              <a:ext uri="{FF2B5EF4-FFF2-40B4-BE49-F238E27FC236}">
                <a16:creationId xmlns:a16="http://schemas.microsoft.com/office/drawing/2014/main" id="{D615A4C4-F059-3388-AB52-0231FDABAB23}"/>
              </a:ext>
            </a:extLst>
          </p:cNvPr>
          <p:cNvSpPr>
            <a:spLocks noGrp="1" noRot="1" noMove="1" noResize="1" noEditPoints="1" noAdjustHandles="1" noChangeArrowheads="1" noChangeShapeType="1"/>
          </p:cNvSpPr>
          <p:nvPr/>
        </p:nvSpPr>
        <p:spPr>
          <a:xfrm>
            <a:off x="8275794" y="823912"/>
            <a:ext cx="3025618" cy="2564607"/>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3C9CC26E-2406-3A6F-7895-EFE0B33C8B35}"/>
              </a:ext>
            </a:extLst>
          </p:cNvPr>
          <p:cNvSpPr>
            <a:spLocks noGrp="1" noRot="1" noMove="1" noResize="1" noEditPoints="1" noAdjustHandles="1" noChangeArrowheads="1" noChangeShapeType="1"/>
          </p:cNvSpPr>
          <p:nvPr/>
        </p:nvSpPr>
        <p:spPr>
          <a:xfrm>
            <a:off x="4948238" y="823912"/>
            <a:ext cx="3025618" cy="2564607"/>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a:extLst>
              <a:ext uri="{FF2B5EF4-FFF2-40B4-BE49-F238E27FC236}">
                <a16:creationId xmlns:a16="http://schemas.microsoft.com/office/drawing/2014/main" id="{72057610-52F8-6090-D9C3-B141A177AB11}"/>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rcRect l="3301" r="9616" b="1"/>
          <a:stretch>
            <a:fillRect/>
          </a:stretch>
        </p:blipFill>
        <p:spPr bwMode="auto">
          <a:xfrm>
            <a:off x="8298768" y="851338"/>
            <a:ext cx="2966256" cy="2503561"/>
          </a:xfrm>
          <a:prstGeom prst="rect">
            <a:avLst/>
          </a:prstGeom>
          <a:noFill/>
        </p:spPr>
      </p:pic>
      <p:pic>
        <p:nvPicPr>
          <p:cNvPr id="10" name="Picture 9">
            <a:extLst>
              <a:ext uri="{FF2B5EF4-FFF2-40B4-BE49-F238E27FC236}">
                <a16:creationId xmlns:a16="http://schemas.microsoft.com/office/drawing/2014/main" id="{642F7565-F352-4C2D-C229-F2FF7ADD5543}"/>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l="5202" r="8605" b="2"/>
          <a:stretch>
            <a:fillRect/>
          </a:stretch>
        </p:blipFill>
        <p:spPr bwMode="auto">
          <a:xfrm>
            <a:off x="4976128" y="851337"/>
            <a:ext cx="2966237" cy="2503561"/>
          </a:xfrm>
          <a:prstGeom prst="rect">
            <a:avLst/>
          </a:prstGeom>
          <a:noFill/>
          <a:ln>
            <a:solidFill>
              <a:schemeClr val="accent1"/>
            </a:solidFill>
          </a:ln>
        </p:spPr>
      </p:pic>
      <p:sp>
        <p:nvSpPr>
          <p:cNvPr id="11" name="Rectangle 10">
            <a:extLst>
              <a:ext uri="{FF2B5EF4-FFF2-40B4-BE49-F238E27FC236}">
                <a16:creationId xmlns:a16="http://schemas.microsoft.com/office/drawing/2014/main" id="{2CF14928-5EFF-5E8A-AE63-4731D8612288}"/>
              </a:ext>
            </a:extLst>
          </p:cNvPr>
          <p:cNvSpPr>
            <a:spLocks noGrp="1" noRot="1" noMove="1" noResize="1" noEditPoints="1" noAdjustHandles="1" noChangeArrowheads="1" noChangeShapeType="1"/>
          </p:cNvSpPr>
          <p:nvPr/>
        </p:nvSpPr>
        <p:spPr>
          <a:xfrm>
            <a:off x="8275794" y="3640931"/>
            <a:ext cx="3025619" cy="2564607"/>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3DF9676-7052-851B-FFC1-846324CE4CE2}"/>
              </a:ext>
            </a:extLst>
          </p:cNvPr>
          <p:cNvSpPr>
            <a:spLocks noGrp="1" noRot="1" noMove="1" noResize="1" noEditPoints="1" noAdjustHandles="1" noChangeArrowheads="1" noChangeShapeType="1"/>
          </p:cNvSpPr>
          <p:nvPr/>
        </p:nvSpPr>
        <p:spPr>
          <a:xfrm>
            <a:off x="4948237" y="3640931"/>
            <a:ext cx="3025619" cy="2564607"/>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F13D3ABA-B5F5-8FAE-4DE7-246D71DC7482}"/>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rcRect l="3062" r="9037" b="-2"/>
          <a:stretch>
            <a:fillRect/>
          </a:stretch>
        </p:blipFill>
        <p:spPr bwMode="auto">
          <a:xfrm>
            <a:off x="4972346" y="3673424"/>
            <a:ext cx="2973799" cy="2503561"/>
          </a:xfrm>
          <a:prstGeom prst="rect">
            <a:avLst/>
          </a:prstGeom>
          <a:noFill/>
        </p:spPr>
      </p:pic>
      <p:pic>
        <p:nvPicPr>
          <p:cNvPr id="6" name="Picture 5">
            <a:extLst>
              <a:ext uri="{FF2B5EF4-FFF2-40B4-BE49-F238E27FC236}">
                <a16:creationId xmlns:a16="http://schemas.microsoft.com/office/drawing/2014/main" id="{B2937CA7-0A35-75DE-D506-549F2378E294}"/>
              </a:ext>
            </a:extLst>
          </p:cNvPr>
          <p:cNvPicPr>
            <a:picLocks noGrp="1" noRot="1" noChangeAspect="1" noMove="1" noResize="1" noEditPoints="1" noAdjustHandles="1" noChangeArrowheads="1" noChangeShapeType="1" noCrop="1"/>
          </p:cNvPicPr>
          <p:nvPr/>
        </p:nvPicPr>
        <p:blipFill>
          <a:blip r:embed="rId5">
            <a:extLst>
              <a:ext uri="{28A0092B-C50C-407E-A947-70E740481C1C}">
                <a14:useLocalDpi xmlns:a14="http://schemas.microsoft.com/office/drawing/2010/main" val="0"/>
              </a:ext>
            </a:extLst>
          </a:blip>
          <a:srcRect l="4269" r="8722" b="-2"/>
          <a:stretch>
            <a:fillRect/>
          </a:stretch>
        </p:blipFill>
        <p:spPr bwMode="auto">
          <a:xfrm>
            <a:off x="8298768" y="3673425"/>
            <a:ext cx="2973761" cy="2503561"/>
          </a:xfrm>
          <a:prstGeom prst="rect">
            <a:avLst/>
          </a:prstGeom>
          <a:noFill/>
        </p:spPr>
      </p:pic>
    </p:spTree>
    <p:extLst>
      <p:ext uri="{BB962C8B-B14F-4D97-AF65-F5344CB8AC3E}">
        <p14:creationId xmlns:p14="http://schemas.microsoft.com/office/powerpoint/2010/main" val="22985615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0062460-56CB-6F27-4C15-847BE1176352}"/>
            </a:ext>
          </a:extLst>
        </p:cNvPr>
        <p:cNvGrpSpPr/>
        <p:nvPr/>
      </p:nvGrpSpPr>
      <p:grpSpPr>
        <a:xfrm>
          <a:off x="0" y="0"/>
          <a:ext cx="0" cy="0"/>
          <a:chOff x="0" y="0"/>
          <a:chExt cx="0" cy="0"/>
        </a:xfrm>
      </p:grpSpPr>
      <p:sp>
        <p:nvSpPr>
          <p:cNvPr id="1252" name="Rectangle 1251">
            <a:extLst>
              <a:ext uri="{FF2B5EF4-FFF2-40B4-BE49-F238E27FC236}">
                <a16:creationId xmlns:a16="http://schemas.microsoft.com/office/drawing/2014/main" id="{EDC07B27-4E3C-4BCF-ABDB-6AA72857C0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500"/>
            <a:ext cx="12191998" cy="6858000"/>
          </a:xfrm>
          <a:prstGeom prst="rect">
            <a:avLst/>
          </a:prstGeom>
          <a:gradFill>
            <a:gsLst>
              <a:gs pos="19000">
                <a:srgbClr val="000000">
                  <a:alpha val="96000"/>
                </a:srgbClr>
              </a:gs>
              <a:gs pos="100000">
                <a:schemeClr val="accent1"/>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4" name="Rectangle 1253">
            <a:extLst>
              <a:ext uri="{FF2B5EF4-FFF2-40B4-BE49-F238E27FC236}">
                <a16:creationId xmlns:a16="http://schemas.microsoft.com/office/drawing/2014/main" id="{83D11BE6-2A04-4DBB-842D-88602B5E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78536" y="12437"/>
            <a:ext cx="11713464" cy="6844063"/>
          </a:xfrm>
          <a:prstGeom prst="rect">
            <a:avLst/>
          </a:prstGeom>
          <a:gradFill>
            <a:gsLst>
              <a:gs pos="0">
                <a:srgbClr val="000000">
                  <a:alpha val="71765"/>
                </a:srgbClr>
              </a:gs>
              <a:gs pos="100000">
                <a:schemeClr val="accent1">
                  <a:alpha val="20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6" name="Rectangle 1255">
            <a:extLst>
              <a:ext uri="{FF2B5EF4-FFF2-40B4-BE49-F238E27FC236}">
                <a16:creationId xmlns:a16="http://schemas.microsoft.com/office/drawing/2014/main" id="{2A05E02A-9AA9-45EC-B87B-B46F043F3F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 y="2724072"/>
            <a:ext cx="12192008" cy="4114801"/>
          </a:xfrm>
          <a:prstGeom prst="rect">
            <a:avLst/>
          </a:prstGeom>
          <a:gradFill>
            <a:gsLst>
              <a:gs pos="30000">
                <a:schemeClr val="accent1">
                  <a:lumMod val="75000"/>
                  <a:alpha val="19000"/>
                </a:schemeClr>
              </a:gs>
              <a:gs pos="100000">
                <a:schemeClr val="accent1">
                  <a:alpha val="2400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8" name="Rectangle 1257">
            <a:extLst>
              <a:ext uri="{FF2B5EF4-FFF2-40B4-BE49-F238E27FC236}">
                <a16:creationId xmlns:a16="http://schemas.microsoft.com/office/drawing/2014/main" id="{0E91EDBA-E8E0-4575-8147-B700345215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709672" y="1716338"/>
            <a:ext cx="6858003" cy="3422328"/>
          </a:xfrm>
          <a:prstGeom prst="rect">
            <a:avLst/>
          </a:prstGeom>
          <a:gradFill>
            <a:gsLst>
              <a:gs pos="0">
                <a:schemeClr val="accent1">
                  <a:alpha val="52000"/>
                </a:schemeClr>
              </a:gs>
              <a:gs pos="76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8006B8-5405-0B35-63E0-99FDB4154F5E}"/>
              </a:ext>
            </a:extLst>
          </p:cNvPr>
          <p:cNvSpPr>
            <a:spLocks noGrp="1"/>
          </p:cNvSpPr>
          <p:nvPr>
            <p:ph type="ctrTitle"/>
          </p:nvPr>
        </p:nvSpPr>
        <p:spPr>
          <a:xfrm>
            <a:off x="1166882" y="459929"/>
            <a:ext cx="9867331" cy="745421"/>
          </a:xfrm>
        </p:spPr>
        <p:txBody>
          <a:bodyPr vert="horz" lIns="91440" tIns="45720" rIns="91440" bIns="45720" rtlCol="0" anchor="b">
            <a:normAutofit/>
          </a:bodyPr>
          <a:lstStyle/>
          <a:p>
            <a:r>
              <a:rPr lang="fr-FR" sz="4100" dirty="0">
                <a:solidFill>
                  <a:srgbClr val="FFFFFF"/>
                </a:solidFill>
              </a:rPr>
              <a:t>Existing LUIS Admin Desktop Interface </a:t>
            </a:r>
            <a:r>
              <a:rPr lang="fr-FR" sz="4100" dirty="0" err="1">
                <a:solidFill>
                  <a:srgbClr val="FFFFFF"/>
                </a:solidFill>
              </a:rPr>
              <a:t>Visuals</a:t>
            </a:r>
            <a:endParaRPr lang="en-US" sz="4100" kern="1200" dirty="0">
              <a:solidFill>
                <a:srgbClr val="FFFFFF"/>
              </a:solidFill>
              <a:latin typeface="+mj-lt"/>
              <a:ea typeface="+mj-ea"/>
              <a:cs typeface="+mj-cs"/>
            </a:endParaRPr>
          </a:p>
        </p:txBody>
      </p:sp>
      <p:sp>
        <p:nvSpPr>
          <p:cNvPr id="1260" name="Rectangle 1259">
            <a:extLst>
              <a:ext uri="{FF2B5EF4-FFF2-40B4-BE49-F238E27FC236}">
                <a16:creationId xmlns:a16="http://schemas.microsoft.com/office/drawing/2014/main" id="{DFEE4473-A122-4E96-8C31-B4C5AAA27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123" y="2706446"/>
            <a:ext cx="12191997" cy="3711900"/>
          </a:xfrm>
          <a:prstGeom prst="rect">
            <a:avLst/>
          </a:prstGeom>
          <a:gradFill>
            <a:gsLst>
              <a:gs pos="0">
                <a:srgbClr val="000000">
                  <a:alpha val="50000"/>
                </a:srgbClr>
              </a:gs>
              <a:gs pos="92000">
                <a:schemeClr val="accent1">
                  <a:lumMod val="75000"/>
                  <a:alpha val="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BD839EC5-5B63-B2AE-73AB-87F38FB3D4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696905" y="1652842"/>
            <a:ext cx="6089410" cy="2892470"/>
          </a:xfrm>
          <a:prstGeom prst="rect">
            <a:avLst/>
          </a:prstGeom>
          <a:noFill/>
        </p:spPr>
      </p:pic>
      <p:pic>
        <p:nvPicPr>
          <p:cNvPr id="6" name="Picture 5">
            <a:extLst>
              <a:ext uri="{FF2B5EF4-FFF2-40B4-BE49-F238E27FC236}">
                <a16:creationId xmlns:a16="http://schemas.microsoft.com/office/drawing/2014/main" id="{17BC784B-04EC-D0FE-BAC7-A50A12946EA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a:off x="696906" y="4714038"/>
            <a:ext cx="6089410" cy="1339670"/>
          </a:xfrm>
          <a:prstGeom prst="rect">
            <a:avLst/>
          </a:prstGeom>
          <a:noFill/>
        </p:spPr>
      </p:pic>
      <p:pic>
        <p:nvPicPr>
          <p:cNvPr id="7" name="Picture 6">
            <a:extLst>
              <a:ext uri="{FF2B5EF4-FFF2-40B4-BE49-F238E27FC236}">
                <a16:creationId xmlns:a16="http://schemas.microsoft.com/office/drawing/2014/main" id="{199C0A8B-5E4B-B8B4-B17D-C9AD1D03E5A9}"/>
              </a:ext>
            </a:extLst>
          </p:cNvPr>
          <p:cNvPicPr>
            <a:picLocks noChangeAspect="1"/>
          </p:cNvPicPr>
          <p:nvPr/>
        </p:nvPicPr>
        <p:blipFill>
          <a:blip r:embed="rId4"/>
          <a:stretch>
            <a:fillRect/>
          </a:stretch>
        </p:blipFill>
        <p:spPr>
          <a:xfrm>
            <a:off x="7004684" y="1652842"/>
            <a:ext cx="4150129" cy="4426805"/>
          </a:xfrm>
          <a:prstGeom prst="rect">
            <a:avLst/>
          </a:prstGeom>
        </p:spPr>
      </p:pic>
      <p:sp>
        <p:nvSpPr>
          <p:cNvPr id="5" name="TextBox 4">
            <a:extLst>
              <a:ext uri="{FF2B5EF4-FFF2-40B4-BE49-F238E27FC236}">
                <a16:creationId xmlns:a16="http://schemas.microsoft.com/office/drawing/2014/main" id="{C5A308AA-5677-F46C-B876-6E5570F80D95}"/>
              </a:ext>
            </a:extLst>
          </p:cNvPr>
          <p:cNvSpPr txBox="1"/>
          <p:nvPr/>
        </p:nvSpPr>
        <p:spPr>
          <a:xfrm>
            <a:off x="4500243" y="666114"/>
            <a:ext cx="6844032" cy="5546047"/>
          </a:xfrm>
          <a:prstGeom prst="rect">
            <a:avLst/>
          </a:prstGeom>
        </p:spPr>
        <p:txBody>
          <a:bodyPr vert="horz" lIns="91440" tIns="45720" rIns="91440" bIns="45720" rtlCol="0" anchor="ctr">
            <a:normAutofit/>
          </a:bodyPr>
          <a:lstStyle/>
          <a:p>
            <a:endParaRPr lang="en-US" sz="2400" dirty="0"/>
          </a:p>
        </p:txBody>
      </p:sp>
      <p:sp>
        <p:nvSpPr>
          <p:cNvPr id="4" name="Slide Number Placeholder 3">
            <a:extLst>
              <a:ext uri="{FF2B5EF4-FFF2-40B4-BE49-F238E27FC236}">
                <a16:creationId xmlns:a16="http://schemas.microsoft.com/office/drawing/2014/main" id="{16FF14B9-4EEC-E323-AC2E-C0B438C18787}"/>
              </a:ext>
            </a:extLst>
          </p:cNvPr>
          <p:cNvSpPr>
            <a:spLocks noGrp="1"/>
          </p:cNvSpPr>
          <p:nvPr>
            <p:ph type="sldNum" sz="quarter" idx="12"/>
          </p:nvPr>
        </p:nvSpPr>
        <p:spPr/>
        <p:txBody>
          <a:bodyPr/>
          <a:lstStyle/>
          <a:p>
            <a:fld id="{B19D99C1-D610-4605-878C-7095C6095A3C}" type="slidenum">
              <a:rPr lang="en-US" smtClean="0"/>
              <a:t>17</a:t>
            </a:fld>
            <a:endParaRPr lang="en-US"/>
          </a:p>
        </p:txBody>
      </p:sp>
    </p:spTree>
    <p:extLst>
      <p:ext uri="{BB962C8B-B14F-4D97-AF65-F5344CB8AC3E}">
        <p14:creationId xmlns:p14="http://schemas.microsoft.com/office/powerpoint/2010/main" val="1514102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9BEEE68-DF0C-1FBC-1257-A0F75595744F}"/>
            </a:ext>
          </a:extLst>
        </p:cNvPr>
        <p:cNvGrpSpPr/>
        <p:nvPr/>
      </p:nvGrpSpPr>
      <p:grpSpPr>
        <a:xfrm>
          <a:off x="0" y="0"/>
          <a:ext cx="0" cy="0"/>
          <a:chOff x="0" y="0"/>
          <a:chExt cx="0" cy="0"/>
        </a:xfrm>
      </p:grpSpPr>
      <p:sp useBgFill="1">
        <p:nvSpPr>
          <p:cNvPr id="1332" name="Rectangle 1331">
            <a:extLst>
              <a:ext uri="{FF2B5EF4-FFF2-40B4-BE49-F238E27FC236}">
                <a16:creationId xmlns:a16="http://schemas.microsoft.com/office/drawing/2014/main" id="{398F3DEE-0E56-499F-AFAE-C2DA7C2C8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4" name="Rectangle 1333">
            <a:extLst>
              <a:ext uri="{FF2B5EF4-FFF2-40B4-BE49-F238E27FC236}">
                <a16:creationId xmlns:a16="http://schemas.microsoft.com/office/drawing/2014/main" id="{E85CCF60-79A2-440A-86A2-1A64A59F7B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1100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36" name="Rectangle 1335">
            <a:extLst>
              <a:ext uri="{FF2B5EF4-FFF2-40B4-BE49-F238E27FC236}">
                <a16:creationId xmlns:a16="http://schemas.microsoft.com/office/drawing/2014/main" id="{3F2162BA-EECD-43E0-99D9-C00B19482E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57200" y="8482"/>
            <a:ext cx="3568276" cy="6858000"/>
          </a:xfrm>
          <a:prstGeom prst="rect">
            <a:avLst/>
          </a:prstGeom>
          <a:gradFill>
            <a:gsLst>
              <a:gs pos="0">
                <a:schemeClr val="accent1">
                  <a:alpha val="32000"/>
                </a:schemeClr>
              </a:gs>
              <a:gs pos="70000">
                <a:srgbClr val="000000">
                  <a:alpha val="0"/>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38" name="Freeform: Shape 1337">
            <a:extLst>
              <a:ext uri="{FF2B5EF4-FFF2-40B4-BE49-F238E27FC236}">
                <a16:creationId xmlns:a16="http://schemas.microsoft.com/office/drawing/2014/main" id="{160DB805-F71F-46BB-A8CC-74F6D8306F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40" name="Rectangle 1339">
            <a:extLst>
              <a:ext uri="{FF2B5EF4-FFF2-40B4-BE49-F238E27FC236}">
                <a16:creationId xmlns:a16="http://schemas.microsoft.com/office/drawing/2014/main" id="{6F91054C-3439-420E-88EB-F0A5637EC5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9565" y="2659404"/>
            <a:ext cx="4355594" cy="4040742"/>
          </a:xfrm>
          <a:prstGeom prst="rect">
            <a:avLst/>
          </a:prstGeom>
          <a:gradFill>
            <a:gsLst>
              <a:gs pos="0">
                <a:schemeClr val="accent1">
                  <a:alpha val="24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7D5071-4773-131E-22FF-C6B1BAEF3ACD}"/>
              </a:ext>
            </a:extLst>
          </p:cNvPr>
          <p:cNvSpPr>
            <a:spLocks noGrp="1"/>
          </p:cNvSpPr>
          <p:nvPr>
            <p:ph type="ctrTitle"/>
          </p:nvPr>
        </p:nvSpPr>
        <p:spPr>
          <a:xfrm>
            <a:off x="692028" y="2483731"/>
            <a:ext cx="2895573" cy="1876625"/>
          </a:xfrm>
        </p:spPr>
        <p:txBody>
          <a:bodyPr vert="horz" lIns="91440" tIns="45720" rIns="91440" bIns="45720" rtlCol="0" anchor="t">
            <a:normAutofit/>
          </a:bodyPr>
          <a:lstStyle/>
          <a:p>
            <a:pPr algn="r"/>
            <a:r>
              <a:rPr lang="en-US" sz="4000" dirty="0">
                <a:solidFill>
                  <a:srgbClr val="FFFFFF"/>
                </a:solidFill>
              </a:rPr>
              <a:t>Admin desktop wireframes</a:t>
            </a:r>
            <a:endParaRPr lang="en-US" sz="4000" kern="1200" dirty="0">
              <a:solidFill>
                <a:srgbClr val="FFFFFF"/>
              </a:solidFill>
              <a:latin typeface="+mj-lt"/>
              <a:ea typeface="+mj-ea"/>
              <a:cs typeface="+mj-cs"/>
            </a:endParaRPr>
          </a:p>
        </p:txBody>
      </p:sp>
      <p:sp>
        <p:nvSpPr>
          <p:cNvPr id="6" name="Slide Number Placeholder 5">
            <a:extLst>
              <a:ext uri="{FF2B5EF4-FFF2-40B4-BE49-F238E27FC236}">
                <a16:creationId xmlns:a16="http://schemas.microsoft.com/office/drawing/2014/main" id="{C4181FC7-9F66-3930-CD34-C42C1823DC35}"/>
              </a:ext>
            </a:extLst>
          </p:cNvPr>
          <p:cNvSpPr>
            <a:spLocks noGrp="1"/>
          </p:cNvSpPr>
          <p:nvPr>
            <p:ph type="sldNum" sz="quarter" idx="12"/>
          </p:nvPr>
        </p:nvSpPr>
        <p:spPr/>
        <p:txBody>
          <a:bodyPr/>
          <a:lstStyle/>
          <a:p>
            <a:fld id="{B19D99C1-D610-4605-878C-7095C6095A3C}" type="slidenum">
              <a:rPr lang="en-US" smtClean="0"/>
              <a:t>18</a:t>
            </a:fld>
            <a:endParaRPr lang="en-US"/>
          </a:p>
        </p:txBody>
      </p:sp>
      <p:sp>
        <p:nvSpPr>
          <p:cNvPr id="8" name="Rectangle 7">
            <a:extLst>
              <a:ext uri="{FF2B5EF4-FFF2-40B4-BE49-F238E27FC236}">
                <a16:creationId xmlns:a16="http://schemas.microsoft.com/office/drawing/2014/main" id="{47FA3806-9362-EE9D-308F-7C7D6D7BF34D}"/>
              </a:ext>
            </a:extLst>
          </p:cNvPr>
          <p:cNvSpPr/>
          <p:nvPr/>
        </p:nvSpPr>
        <p:spPr>
          <a:xfrm>
            <a:off x="8327231" y="507159"/>
            <a:ext cx="3510678" cy="2583832"/>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B744C77-C07F-B230-9016-3541B806344B}"/>
              </a:ext>
            </a:extLst>
          </p:cNvPr>
          <p:cNvSpPr/>
          <p:nvPr/>
        </p:nvSpPr>
        <p:spPr>
          <a:xfrm>
            <a:off x="4601040" y="478712"/>
            <a:ext cx="3588428" cy="2606555"/>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2988C20-248C-CBD3-3791-F45B3670084C}"/>
              </a:ext>
            </a:extLst>
          </p:cNvPr>
          <p:cNvSpPr/>
          <p:nvPr/>
        </p:nvSpPr>
        <p:spPr>
          <a:xfrm>
            <a:off x="8386764" y="3280567"/>
            <a:ext cx="2390774" cy="2982121"/>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2BECF6E-D576-AF4C-185A-7B46CBF42F5E}"/>
              </a:ext>
            </a:extLst>
          </p:cNvPr>
          <p:cNvSpPr/>
          <p:nvPr/>
        </p:nvSpPr>
        <p:spPr>
          <a:xfrm>
            <a:off x="4601040" y="3252938"/>
            <a:ext cx="3588428" cy="2697011"/>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F02B3F97-34B7-CF1D-C8C3-04DC97BFEE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8425420" y="3320766"/>
            <a:ext cx="2316508" cy="2895636"/>
          </a:xfrm>
          <a:prstGeom prst="rect">
            <a:avLst/>
          </a:prstGeom>
          <a:noFill/>
        </p:spPr>
      </p:pic>
      <p:pic>
        <p:nvPicPr>
          <p:cNvPr id="7" name="Picture 6">
            <a:extLst>
              <a:ext uri="{FF2B5EF4-FFF2-40B4-BE49-F238E27FC236}">
                <a16:creationId xmlns:a16="http://schemas.microsoft.com/office/drawing/2014/main" id="{AF20B23D-EDDE-5290-AB51-BE4DD45B33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4636519" y="3280567"/>
            <a:ext cx="3513191" cy="2634892"/>
          </a:xfrm>
          <a:prstGeom prst="rect">
            <a:avLst/>
          </a:prstGeom>
          <a:noFill/>
        </p:spPr>
      </p:pic>
      <p:pic>
        <p:nvPicPr>
          <p:cNvPr id="3" name="Picture 2">
            <a:extLst>
              <a:ext uri="{FF2B5EF4-FFF2-40B4-BE49-F238E27FC236}">
                <a16:creationId xmlns:a16="http://schemas.microsoft.com/office/drawing/2014/main" id="{232AD90E-F0B6-2963-092F-DBF83DE8568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4635163" y="507159"/>
            <a:ext cx="3513191" cy="2547063"/>
          </a:xfrm>
          <a:prstGeom prst="rect">
            <a:avLst/>
          </a:prstGeom>
          <a:noFill/>
        </p:spPr>
      </p:pic>
      <p:pic>
        <p:nvPicPr>
          <p:cNvPr id="4" name="Picture 3">
            <a:extLst>
              <a:ext uri="{FF2B5EF4-FFF2-40B4-BE49-F238E27FC236}">
                <a16:creationId xmlns:a16="http://schemas.microsoft.com/office/drawing/2014/main" id="{C2602C9F-50E3-F1A5-DEC8-28F3B2E9595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auto">
          <a:xfrm>
            <a:off x="8365330" y="538205"/>
            <a:ext cx="3438445" cy="2518660"/>
          </a:xfrm>
          <a:prstGeom prst="rect">
            <a:avLst/>
          </a:prstGeom>
          <a:noFill/>
        </p:spPr>
      </p:pic>
      <p:sp>
        <p:nvSpPr>
          <p:cNvPr id="5" name="TextBox 4">
            <a:extLst>
              <a:ext uri="{FF2B5EF4-FFF2-40B4-BE49-F238E27FC236}">
                <a16:creationId xmlns:a16="http://schemas.microsoft.com/office/drawing/2014/main" id="{66D5F921-4D25-A406-6EE7-C84BFC8AB4B3}"/>
              </a:ext>
            </a:extLst>
          </p:cNvPr>
          <p:cNvSpPr txBox="1"/>
          <p:nvPr/>
        </p:nvSpPr>
        <p:spPr>
          <a:xfrm>
            <a:off x="4500243" y="666114"/>
            <a:ext cx="6844032" cy="5546047"/>
          </a:xfrm>
          <a:prstGeom prst="rect">
            <a:avLst/>
          </a:prstGeom>
        </p:spPr>
        <p:txBody>
          <a:bodyPr vert="horz" lIns="91440" tIns="45720" rIns="91440" bIns="45720" rtlCol="0" anchor="ctr">
            <a:normAutofit/>
          </a:bodyPr>
          <a:lstStyle/>
          <a:p>
            <a:endParaRPr lang="en-US" sz="2400" dirty="0"/>
          </a:p>
        </p:txBody>
      </p:sp>
    </p:spTree>
    <p:extLst>
      <p:ext uri="{BB962C8B-B14F-4D97-AF65-F5344CB8AC3E}">
        <p14:creationId xmlns:p14="http://schemas.microsoft.com/office/powerpoint/2010/main" val="31606821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08A532E-F678-21F8-1A54-BC73B849A33B}"/>
            </a:ext>
          </a:extLst>
        </p:cNvPr>
        <p:cNvGrpSpPr/>
        <p:nvPr/>
      </p:nvGrpSpPr>
      <p:grpSpPr>
        <a:xfrm>
          <a:off x="0" y="0"/>
          <a:ext cx="0" cy="0"/>
          <a:chOff x="0" y="0"/>
          <a:chExt cx="0" cy="0"/>
        </a:xfrm>
      </p:grpSpPr>
      <p:sp useBgFill="1">
        <p:nvSpPr>
          <p:cNvPr id="1183" name="Rectangle 1182">
            <a:extLst>
              <a:ext uri="{FF2B5EF4-FFF2-40B4-BE49-F238E27FC236}">
                <a16:creationId xmlns:a16="http://schemas.microsoft.com/office/drawing/2014/main" id="{BEAC0DAB-C0A8-F971-FCFF-981475216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85" name="Rectangle 1184">
            <a:extLst>
              <a:ext uri="{FF2B5EF4-FFF2-40B4-BE49-F238E27FC236}">
                <a16:creationId xmlns:a16="http://schemas.microsoft.com/office/drawing/2014/main" id="{05304FD4-DFED-A3F0-D1DA-62CA6C73CB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7" name="Rectangle 1186">
            <a:extLst>
              <a:ext uri="{FF2B5EF4-FFF2-40B4-BE49-F238E27FC236}">
                <a16:creationId xmlns:a16="http://schemas.microsoft.com/office/drawing/2014/main" id="{40EBE4A0-5ED2-A855-076F-834E2B6AD6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9" name="Rectangle 1188">
            <a:extLst>
              <a:ext uri="{FF2B5EF4-FFF2-40B4-BE49-F238E27FC236}">
                <a16:creationId xmlns:a16="http://schemas.microsoft.com/office/drawing/2014/main" id="{598A6B89-C5A6-BC42-1BFD-D15C04FA5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1" name="Rectangle 1190">
            <a:extLst>
              <a:ext uri="{FF2B5EF4-FFF2-40B4-BE49-F238E27FC236}">
                <a16:creationId xmlns:a16="http://schemas.microsoft.com/office/drawing/2014/main" id="{371A0F32-65D2-9624-0168-B1511D2AD5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93" name="Freeform: Shape 1192">
            <a:extLst>
              <a:ext uri="{FF2B5EF4-FFF2-40B4-BE49-F238E27FC236}">
                <a16:creationId xmlns:a16="http://schemas.microsoft.com/office/drawing/2014/main" id="{BB8EB1BD-4925-7777-8D03-98A5F631F7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95" name="Rectangle 1194">
            <a:extLst>
              <a:ext uri="{FF2B5EF4-FFF2-40B4-BE49-F238E27FC236}">
                <a16:creationId xmlns:a16="http://schemas.microsoft.com/office/drawing/2014/main" id="{49963178-C1CA-932F-0951-B808C7785E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C3E090-F65C-4956-7D34-1910BE567D65}"/>
              </a:ext>
            </a:extLst>
          </p:cNvPr>
          <p:cNvSpPr>
            <a:spLocks noGrp="1"/>
          </p:cNvSpPr>
          <p:nvPr>
            <p:ph type="ctrTitle"/>
          </p:nvPr>
        </p:nvSpPr>
        <p:spPr>
          <a:xfrm>
            <a:off x="454200" y="2304440"/>
            <a:ext cx="3201366" cy="1800951"/>
          </a:xfrm>
        </p:spPr>
        <p:txBody>
          <a:bodyPr vert="horz" lIns="91440" tIns="45720" rIns="91440" bIns="45720" rtlCol="0" anchor="b">
            <a:noAutofit/>
          </a:bodyPr>
          <a:lstStyle/>
          <a:p>
            <a:pPr algn="r"/>
            <a:r>
              <a:rPr lang="en-US" sz="4000" dirty="0">
                <a:solidFill>
                  <a:srgbClr val="FFFFFF"/>
                </a:solidFill>
              </a:rPr>
              <a:t>Workflow Steps Comparison</a:t>
            </a:r>
            <a:endParaRPr lang="en-US" sz="4000" kern="1200" dirty="0">
              <a:solidFill>
                <a:srgbClr val="FFFFFF"/>
              </a:solidFill>
            </a:endParaRPr>
          </a:p>
        </p:txBody>
      </p:sp>
      <p:sp>
        <p:nvSpPr>
          <p:cNvPr id="5" name="TextBox 4">
            <a:extLst>
              <a:ext uri="{FF2B5EF4-FFF2-40B4-BE49-F238E27FC236}">
                <a16:creationId xmlns:a16="http://schemas.microsoft.com/office/drawing/2014/main" id="{8A0E3C16-1E02-9CDC-B9B2-507A74172928}"/>
              </a:ext>
            </a:extLst>
          </p:cNvPr>
          <p:cNvSpPr txBox="1"/>
          <p:nvPr/>
        </p:nvSpPr>
        <p:spPr>
          <a:xfrm>
            <a:off x="4500243" y="666114"/>
            <a:ext cx="6844032" cy="5546047"/>
          </a:xfrm>
          <a:prstGeom prst="rect">
            <a:avLst/>
          </a:prstGeom>
        </p:spPr>
        <p:txBody>
          <a:bodyPr vert="horz" lIns="91440" tIns="45720" rIns="91440" bIns="45720" rtlCol="0" anchor="ctr">
            <a:normAutofit/>
          </a:bodyPr>
          <a:lstStyle/>
          <a:p>
            <a:endParaRPr lang="en-US" sz="2400" dirty="0"/>
          </a:p>
        </p:txBody>
      </p:sp>
      <p:graphicFrame>
        <p:nvGraphicFramePr>
          <p:cNvPr id="4" name="Table 3">
            <a:extLst>
              <a:ext uri="{FF2B5EF4-FFF2-40B4-BE49-F238E27FC236}">
                <a16:creationId xmlns:a16="http://schemas.microsoft.com/office/drawing/2014/main" id="{A5911651-D332-8DB4-E26B-2BEB1588492C}"/>
              </a:ext>
            </a:extLst>
          </p:cNvPr>
          <p:cNvGraphicFramePr>
            <a:graphicFrameLocks noGrp="1"/>
          </p:cNvGraphicFramePr>
          <p:nvPr>
            <p:extLst>
              <p:ext uri="{D42A27DB-BD31-4B8C-83A1-F6EECF244321}">
                <p14:modId xmlns:p14="http://schemas.microsoft.com/office/powerpoint/2010/main" val="3521320756"/>
              </p:ext>
            </p:extLst>
          </p:nvPr>
        </p:nvGraphicFramePr>
        <p:xfrm>
          <a:off x="5041907" y="1171401"/>
          <a:ext cx="6079156" cy="4435604"/>
        </p:xfrm>
        <a:graphic>
          <a:graphicData uri="http://schemas.openxmlformats.org/drawingml/2006/table">
            <a:tbl>
              <a:tblPr firstRow="1" firstCol="1" bandRow="1">
                <a:tableStyleId>{5C22544A-7EE6-4342-B048-85BDC9FD1C3A}</a:tableStyleId>
              </a:tblPr>
              <a:tblGrid>
                <a:gridCol w="1519789">
                  <a:extLst>
                    <a:ext uri="{9D8B030D-6E8A-4147-A177-3AD203B41FA5}">
                      <a16:colId xmlns:a16="http://schemas.microsoft.com/office/drawing/2014/main" val="279396618"/>
                    </a:ext>
                  </a:extLst>
                </a:gridCol>
                <a:gridCol w="1519789">
                  <a:extLst>
                    <a:ext uri="{9D8B030D-6E8A-4147-A177-3AD203B41FA5}">
                      <a16:colId xmlns:a16="http://schemas.microsoft.com/office/drawing/2014/main" val="1309264032"/>
                    </a:ext>
                  </a:extLst>
                </a:gridCol>
                <a:gridCol w="1519789">
                  <a:extLst>
                    <a:ext uri="{9D8B030D-6E8A-4147-A177-3AD203B41FA5}">
                      <a16:colId xmlns:a16="http://schemas.microsoft.com/office/drawing/2014/main" val="3111642103"/>
                    </a:ext>
                  </a:extLst>
                </a:gridCol>
                <a:gridCol w="1519789">
                  <a:extLst>
                    <a:ext uri="{9D8B030D-6E8A-4147-A177-3AD203B41FA5}">
                      <a16:colId xmlns:a16="http://schemas.microsoft.com/office/drawing/2014/main" val="1238254432"/>
                    </a:ext>
                  </a:extLst>
                </a:gridCol>
              </a:tblGrid>
              <a:tr h="430917">
                <a:tc>
                  <a:txBody>
                    <a:bodyPr/>
                    <a:lstStyle/>
                    <a:p>
                      <a:pPr algn="ctr">
                        <a:lnSpc>
                          <a:spcPct val="150000"/>
                        </a:lnSpc>
                        <a:buNone/>
                      </a:pPr>
                      <a:r>
                        <a:rPr lang="en-US" sz="1800" kern="100" dirty="0">
                          <a:effectLst/>
                        </a:rPr>
                        <a:t>Workflow</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50000"/>
                        </a:lnSpc>
                        <a:buNone/>
                      </a:pPr>
                      <a:r>
                        <a:rPr lang="en-US" sz="1800" kern="100" dirty="0">
                          <a:effectLst/>
                        </a:rPr>
                        <a:t>Before Redesign</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50000"/>
                        </a:lnSpc>
                        <a:buNone/>
                      </a:pPr>
                      <a:r>
                        <a:rPr lang="en-US" sz="1800" kern="100" dirty="0">
                          <a:effectLst/>
                        </a:rPr>
                        <a:t>After Redesign</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50000"/>
                        </a:lnSpc>
                        <a:buNone/>
                      </a:pPr>
                      <a:r>
                        <a:rPr lang="en-US" sz="1800" kern="100" dirty="0">
                          <a:effectLst/>
                        </a:rPr>
                        <a:t>Step Reduction</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45110010"/>
                  </a:ext>
                </a:extLst>
              </a:tr>
              <a:tr h="873227">
                <a:tc>
                  <a:txBody>
                    <a:bodyPr/>
                    <a:lstStyle/>
                    <a:p>
                      <a:pPr algn="ctr">
                        <a:lnSpc>
                          <a:spcPct val="150000"/>
                        </a:lnSpc>
                        <a:buNone/>
                      </a:pPr>
                      <a:r>
                        <a:rPr lang="en-US" sz="1800" kern="100" dirty="0">
                          <a:effectLst/>
                        </a:rPr>
                        <a:t>Exam Grade Entry (Desktop)</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50000"/>
                        </a:lnSpc>
                        <a:buNone/>
                      </a:pPr>
                      <a:r>
                        <a:rPr lang="en-US" sz="2000" kern="100" dirty="0">
                          <a:effectLst/>
                        </a:rPr>
                        <a:t>11</a:t>
                      </a:r>
                      <a:endParaRPr lang="en-US" sz="24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50000"/>
                        </a:lnSpc>
                        <a:buNone/>
                      </a:pPr>
                      <a:r>
                        <a:rPr lang="en-US" sz="2000" kern="100" dirty="0">
                          <a:effectLst/>
                        </a:rPr>
                        <a:t>5</a:t>
                      </a:r>
                      <a:endParaRPr lang="en-US" sz="24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50000"/>
                        </a:lnSpc>
                        <a:buNone/>
                      </a:pPr>
                      <a:r>
                        <a:rPr lang="en-US" sz="2000" kern="100" dirty="0">
                          <a:effectLst/>
                        </a:rPr>
                        <a:t>-6</a:t>
                      </a:r>
                      <a:endParaRPr lang="en-US" sz="24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52481055"/>
                  </a:ext>
                </a:extLst>
              </a:tr>
              <a:tr h="873227">
                <a:tc>
                  <a:txBody>
                    <a:bodyPr/>
                    <a:lstStyle/>
                    <a:p>
                      <a:pPr algn="ctr">
                        <a:lnSpc>
                          <a:spcPct val="150000"/>
                        </a:lnSpc>
                        <a:buNone/>
                      </a:pPr>
                      <a:r>
                        <a:rPr lang="en-US" sz="1800" kern="100" dirty="0">
                          <a:effectLst/>
                        </a:rPr>
                        <a:t>Course Registration (Desktop)</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50000"/>
                        </a:lnSpc>
                        <a:buNone/>
                      </a:pPr>
                      <a:r>
                        <a:rPr lang="en-US" sz="2000" kern="100">
                          <a:effectLst/>
                        </a:rPr>
                        <a:t>   4</a:t>
                      </a:r>
                      <a:endParaRPr lang="en-US" sz="2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50000"/>
                        </a:lnSpc>
                        <a:buNone/>
                      </a:pPr>
                      <a:r>
                        <a:rPr lang="en-US" sz="2000" kern="100" dirty="0">
                          <a:effectLst/>
                        </a:rPr>
                        <a:t>3</a:t>
                      </a:r>
                      <a:endParaRPr lang="en-US" sz="24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50000"/>
                        </a:lnSpc>
                        <a:buNone/>
                      </a:pPr>
                      <a:r>
                        <a:rPr lang="en-US" sz="2000" kern="100" dirty="0">
                          <a:effectLst/>
                        </a:rPr>
                        <a:t>-1</a:t>
                      </a:r>
                      <a:endParaRPr lang="en-US" sz="24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16330260"/>
                  </a:ext>
                </a:extLst>
              </a:tr>
              <a:tr h="873227">
                <a:tc>
                  <a:txBody>
                    <a:bodyPr/>
                    <a:lstStyle/>
                    <a:p>
                      <a:pPr algn="ctr">
                        <a:lnSpc>
                          <a:spcPct val="150000"/>
                        </a:lnSpc>
                        <a:buNone/>
                      </a:pPr>
                      <a:r>
                        <a:rPr lang="en-US" sz="1800" kern="100" dirty="0">
                          <a:effectLst/>
                        </a:rPr>
                        <a:t>Course Registration (Mobile)</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50000"/>
                        </a:lnSpc>
                        <a:buNone/>
                      </a:pPr>
                      <a:r>
                        <a:rPr lang="en-US" sz="2000" kern="100">
                          <a:effectLst/>
                        </a:rPr>
                        <a:t>N/A</a:t>
                      </a:r>
                      <a:endParaRPr lang="en-US" sz="2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50000"/>
                        </a:lnSpc>
                        <a:buNone/>
                      </a:pPr>
                      <a:r>
                        <a:rPr lang="en-US" sz="2000" kern="100">
                          <a:effectLst/>
                        </a:rPr>
                        <a:t>3</a:t>
                      </a:r>
                      <a:endParaRPr lang="en-US" sz="2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50000"/>
                        </a:lnSpc>
                        <a:buNone/>
                      </a:pPr>
                      <a:r>
                        <a:rPr lang="en-US" sz="2000" kern="100" dirty="0">
                          <a:effectLst/>
                        </a:rPr>
                        <a:t> -</a:t>
                      </a:r>
                      <a:endParaRPr lang="en-US" sz="24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151458526"/>
                  </a:ext>
                </a:extLst>
              </a:tr>
            </a:tbl>
          </a:graphicData>
        </a:graphic>
      </p:graphicFrame>
      <p:sp>
        <p:nvSpPr>
          <p:cNvPr id="3" name="Slide Number Placeholder 2">
            <a:extLst>
              <a:ext uri="{FF2B5EF4-FFF2-40B4-BE49-F238E27FC236}">
                <a16:creationId xmlns:a16="http://schemas.microsoft.com/office/drawing/2014/main" id="{6EF343ED-2D2C-6AE4-C06A-FA1D2EA6C5B0}"/>
              </a:ext>
            </a:extLst>
          </p:cNvPr>
          <p:cNvSpPr>
            <a:spLocks noGrp="1"/>
          </p:cNvSpPr>
          <p:nvPr>
            <p:ph type="sldNum" sz="quarter" idx="12"/>
          </p:nvPr>
        </p:nvSpPr>
        <p:spPr/>
        <p:txBody>
          <a:bodyPr/>
          <a:lstStyle/>
          <a:p>
            <a:fld id="{B19D99C1-D610-4605-878C-7095C6095A3C}" type="slidenum">
              <a:rPr lang="en-US" smtClean="0"/>
              <a:t>19</a:t>
            </a:fld>
            <a:endParaRPr lang="en-US"/>
          </a:p>
        </p:txBody>
      </p:sp>
    </p:spTree>
    <p:extLst>
      <p:ext uri="{BB962C8B-B14F-4D97-AF65-F5344CB8AC3E}">
        <p14:creationId xmlns:p14="http://schemas.microsoft.com/office/powerpoint/2010/main" val="15557131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998EC96-AC60-0E3F-A71C-074924CDDD0D}"/>
            </a:ext>
          </a:extLst>
        </p:cNvPr>
        <p:cNvGrpSpPr/>
        <p:nvPr/>
      </p:nvGrpSpPr>
      <p:grpSpPr>
        <a:xfrm>
          <a:off x="0" y="0"/>
          <a:ext cx="0" cy="0"/>
          <a:chOff x="0" y="0"/>
          <a:chExt cx="0" cy="0"/>
        </a:xfrm>
      </p:grpSpPr>
      <p:sp useBgFill="1">
        <p:nvSpPr>
          <p:cNvPr id="1276" name="Rectangle 1275">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8" name="Rectangle 1277">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0" name="Rectangle 1279">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2" name="Rectangle 1281">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DFCB5A-BFF2-04A8-9037-3D29938E3B13}"/>
              </a:ext>
            </a:extLst>
          </p:cNvPr>
          <p:cNvSpPr>
            <a:spLocks noGrp="1"/>
          </p:cNvSpPr>
          <p:nvPr>
            <p:ph type="ctrTitle"/>
          </p:nvPr>
        </p:nvSpPr>
        <p:spPr>
          <a:xfrm>
            <a:off x="699713" y="248038"/>
            <a:ext cx="7063721" cy="1159200"/>
          </a:xfrm>
        </p:spPr>
        <p:txBody>
          <a:bodyPr vert="horz" lIns="91440" tIns="45720" rIns="91440" bIns="45720" rtlCol="0" anchor="ctr">
            <a:normAutofit/>
          </a:bodyPr>
          <a:lstStyle/>
          <a:p>
            <a:pPr algn="l"/>
            <a:r>
              <a:rPr lang="en-US" sz="3700" dirty="0">
                <a:solidFill>
                  <a:srgbClr val="FFFFFF"/>
                </a:solidFill>
              </a:rPr>
              <a:t>Prototype testing: student mobile workflow</a:t>
            </a:r>
            <a:endParaRPr lang="en-US" sz="3700" kern="1200" dirty="0">
              <a:solidFill>
                <a:srgbClr val="FFFFFF"/>
              </a:solidFill>
              <a:latin typeface="+mj-lt"/>
              <a:ea typeface="+mj-ea"/>
              <a:cs typeface="+mj-cs"/>
            </a:endParaRPr>
          </a:p>
        </p:txBody>
      </p:sp>
      <p:pic>
        <p:nvPicPr>
          <p:cNvPr id="9" name="Picture 8">
            <a:extLst>
              <a:ext uri="{FF2B5EF4-FFF2-40B4-BE49-F238E27FC236}">
                <a16:creationId xmlns:a16="http://schemas.microsoft.com/office/drawing/2014/main" id="{0EC831AF-A8DA-095D-0679-5AA3F85601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432225" y="2295009"/>
            <a:ext cx="11327549" cy="3794728"/>
          </a:xfrm>
          <a:prstGeom prst="rect">
            <a:avLst/>
          </a:prstGeom>
          <a:noFill/>
        </p:spPr>
      </p:pic>
      <p:sp>
        <p:nvSpPr>
          <p:cNvPr id="5" name="TextBox 4">
            <a:extLst>
              <a:ext uri="{FF2B5EF4-FFF2-40B4-BE49-F238E27FC236}">
                <a16:creationId xmlns:a16="http://schemas.microsoft.com/office/drawing/2014/main" id="{4F2F614D-E1E8-349D-88C5-98E9E629C3C0}"/>
              </a:ext>
            </a:extLst>
          </p:cNvPr>
          <p:cNvSpPr txBox="1"/>
          <p:nvPr/>
        </p:nvSpPr>
        <p:spPr>
          <a:xfrm>
            <a:off x="4500243" y="666114"/>
            <a:ext cx="6844032" cy="5546047"/>
          </a:xfrm>
          <a:prstGeom prst="rect">
            <a:avLst/>
          </a:prstGeom>
        </p:spPr>
        <p:txBody>
          <a:bodyPr vert="horz" lIns="91440" tIns="45720" rIns="91440" bIns="45720" rtlCol="0" anchor="ctr">
            <a:normAutofit/>
          </a:bodyPr>
          <a:lstStyle/>
          <a:p>
            <a:endParaRPr lang="en-US" sz="2400" dirty="0"/>
          </a:p>
        </p:txBody>
      </p:sp>
      <p:sp>
        <p:nvSpPr>
          <p:cNvPr id="3" name="Slide Number Placeholder 2">
            <a:extLst>
              <a:ext uri="{FF2B5EF4-FFF2-40B4-BE49-F238E27FC236}">
                <a16:creationId xmlns:a16="http://schemas.microsoft.com/office/drawing/2014/main" id="{1810250B-A226-F74E-F2B8-DDC89E95EDD0}"/>
              </a:ext>
            </a:extLst>
          </p:cNvPr>
          <p:cNvSpPr>
            <a:spLocks noGrp="1"/>
          </p:cNvSpPr>
          <p:nvPr>
            <p:ph type="sldNum" sz="quarter" idx="12"/>
          </p:nvPr>
        </p:nvSpPr>
        <p:spPr/>
        <p:txBody>
          <a:bodyPr/>
          <a:lstStyle/>
          <a:p>
            <a:fld id="{B19D99C1-D610-4605-878C-7095C6095A3C}" type="slidenum">
              <a:rPr lang="en-US" smtClean="0"/>
              <a:t>20</a:t>
            </a:fld>
            <a:endParaRPr lang="en-US"/>
          </a:p>
        </p:txBody>
      </p:sp>
    </p:spTree>
    <p:extLst>
      <p:ext uri="{BB962C8B-B14F-4D97-AF65-F5344CB8AC3E}">
        <p14:creationId xmlns:p14="http://schemas.microsoft.com/office/powerpoint/2010/main" val="18468131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8900140-49D6-A940-0600-770C6AC6370A}"/>
            </a:ext>
          </a:extLst>
        </p:cNvPr>
        <p:cNvGrpSpPr/>
        <p:nvPr/>
      </p:nvGrpSpPr>
      <p:grpSpPr>
        <a:xfrm>
          <a:off x="0" y="0"/>
          <a:ext cx="0" cy="0"/>
          <a:chOff x="0" y="0"/>
          <a:chExt cx="0" cy="0"/>
        </a:xfrm>
      </p:grpSpPr>
      <p:sp useBgFill="1">
        <p:nvSpPr>
          <p:cNvPr id="1200" name="Rectangle 1199">
            <a:extLst>
              <a:ext uri="{FF2B5EF4-FFF2-40B4-BE49-F238E27FC236}">
                <a16:creationId xmlns:a16="http://schemas.microsoft.com/office/drawing/2014/main" id="{F0A604E4-7307-451C-93BE-F1F7E1BF3B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2" name="Rectangle 1201">
            <a:extLst>
              <a:ext uri="{FF2B5EF4-FFF2-40B4-BE49-F238E27FC236}">
                <a16:creationId xmlns:a16="http://schemas.microsoft.com/office/drawing/2014/main" id="{F7F3A0AA-35E5-4085-942B-7378390306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82344"/>
            <a:ext cx="12191998" cy="159074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4" name="Rectangle 1203">
            <a:extLst>
              <a:ext uri="{FF2B5EF4-FFF2-40B4-BE49-F238E27FC236}">
                <a16:creationId xmlns:a16="http://schemas.microsoft.com/office/drawing/2014/main" id="{402F5C38-C747-4173-ABBF-656E39E82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8115300" cy="1590742"/>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6" name="Rectangle 1205">
            <a:extLst>
              <a:ext uri="{FF2B5EF4-FFF2-40B4-BE49-F238E27FC236}">
                <a16:creationId xmlns:a16="http://schemas.microsoft.com/office/drawing/2014/main" id="{E37EECFC-A684-4391-AE85-4CDAF5565F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12191998" cy="1590742"/>
          </a:xfrm>
          <a:prstGeom prst="rect">
            <a:avLst/>
          </a:prstGeom>
          <a:gradFill>
            <a:gsLst>
              <a:gs pos="0">
                <a:srgbClr val="000000">
                  <a:alpha val="71765"/>
                </a:srgbClr>
              </a:gs>
              <a:gs pos="100000">
                <a:schemeClr val="accent1">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F8EC8F-542F-FBFF-A866-0B3ADF593902}"/>
              </a:ext>
            </a:extLst>
          </p:cNvPr>
          <p:cNvSpPr>
            <a:spLocks noGrp="1"/>
          </p:cNvSpPr>
          <p:nvPr>
            <p:ph type="ctrTitle"/>
          </p:nvPr>
        </p:nvSpPr>
        <p:spPr>
          <a:xfrm>
            <a:off x="699714" y="5490971"/>
            <a:ext cx="6962072" cy="1159200"/>
          </a:xfrm>
        </p:spPr>
        <p:txBody>
          <a:bodyPr vert="horz" lIns="91440" tIns="45720" rIns="91440" bIns="45720" rtlCol="0" anchor="ctr">
            <a:normAutofit/>
          </a:bodyPr>
          <a:lstStyle/>
          <a:p>
            <a:pPr algn="l"/>
            <a:r>
              <a:rPr lang="en-US" sz="4000" dirty="0">
                <a:solidFill>
                  <a:srgbClr val="FFFFFF"/>
                </a:solidFill>
              </a:rPr>
              <a:t>Prototype Testing Results</a:t>
            </a:r>
            <a:endParaRPr lang="en-US" sz="4000" kern="1200">
              <a:solidFill>
                <a:srgbClr val="FFFFFF"/>
              </a:solidFill>
            </a:endParaRPr>
          </a:p>
        </p:txBody>
      </p:sp>
      <p:pic>
        <p:nvPicPr>
          <p:cNvPr id="6" name="Picture 5" descr="A graph of a bar chart&#10;&#10;AI-generated content may be incorrect.">
            <a:extLst>
              <a:ext uri="{FF2B5EF4-FFF2-40B4-BE49-F238E27FC236}">
                <a16:creationId xmlns:a16="http://schemas.microsoft.com/office/drawing/2014/main" id="{C9AB71D0-A464-25C6-1C3B-07FAB94C32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1577549" y="390832"/>
            <a:ext cx="9129520" cy="4519114"/>
          </a:xfrm>
          <a:prstGeom prst="rect">
            <a:avLst/>
          </a:prstGeom>
          <a:noFill/>
        </p:spPr>
      </p:pic>
      <p:sp>
        <p:nvSpPr>
          <p:cNvPr id="3" name="Slide Number Placeholder 2">
            <a:extLst>
              <a:ext uri="{FF2B5EF4-FFF2-40B4-BE49-F238E27FC236}">
                <a16:creationId xmlns:a16="http://schemas.microsoft.com/office/drawing/2014/main" id="{3F0008D1-A366-78B3-6185-C4EC9536A68C}"/>
              </a:ext>
            </a:extLst>
          </p:cNvPr>
          <p:cNvSpPr>
            <a:spLocks noGrp="1"/>
          </p:cNvSpPr>
          <p:nvPr>
            <p:ph type="sldNum" sz="quarter" idx="12"/>
          </p:nvPr>
        </p:nvSpPr>
        <p:spPr>
          <a:xfrm>
            <a:off x="11704319" y="6455664"/>
            <a:ext cx="448056" cy="365125"/>
          </a:xfrm>
        </p:spPr>
        <p:txBody>
          <a:bodyPr>
            <a:normAutofit/>
          </a:bodyPr>
          <a:lstStyle/>
          <a:p>
            <a:pPr>
              <a:spcAft>
                <a:spcPts val="600"/>
              </a:spcAft>
            </a:pPr>
            <a:fld id="{B19D99C1-D610-4605-878C-7095C6095A3C}" type="slidenum">
              <a:rPr lang="en-US" sz="1100">
                <a:solidFill>
                  <a:srgbClr val="FFFFFF"/>
                </a:solidFill>
              </a:rPr>
              <a:pPr>
                <a:spcAft>
                  <a:spcPts val="600"/>
                </a:spcAft>
              </a:pPr>
              <a:t>21</a:t>
            </a:fld>
            <a:endParaRPr lang="en-US" sz="1100">
              <a:solidFill>
                <a:srgbClr val="FFFFFF"/>
              </a:solidFill>
            </a:endParaRPr>
          </a:p>
        </p:txBody>
      </p:sp>
      <p:sp>
        <p:nvSpPr>
          <p:cNvPr id="5" name="TextBox 4">
            <a:extLst>
              <a:ext uri="{FF2B5EF4-FFF2-40B4-BE49-F238E27FC236}">
                <a16:creationId xmlns:a16="http://schemas.microsoft.com/office/drawing/2014/main" id="{BF96CE42-4D7E-C7C1-E2EF-ACA42D0FE0C3}"/>
              </a:ext>
            </a:extLst>
          </p:cNvPr>
          <p:cNvSpPr txBox="1"/>
          <p:nvPr/>
        </p:nvSpPr>
        <p:spPr>
          <a:xfrm>
            <a:off x="4500243" y="666114"/>
            <a:ext cx="6844032" cy="5546047"/>
          </a:xfrm>
          <a:prstGeom prst="rect">
            <a:avLst/>
          </a:prstGeom>
        </p:spPr>
        <p:txBody>
          <a:bodyPr vert="horz" lIns="91440" tIns="45720" rIns="91440" bIns="45720" rtlCol="0" anchor="ctr">
            <a:normAutofit/>
          </a:bodyPr>
          <a:lstStyle/>
          <a:p>
            <a:endParaRPr lang="en-US" sz="2400" dirty="0"/>
          </a:p>
        </p:txBody>
      </p:sp>
    </p:spTree>
    <p:extLst>
      <p:ext uri="{BB962C8B-B14F-4D97-AF65-F5344CB8AC3E}">
        <p14:creationId xmlns:p14="http://schemas.microsoft.com/office/powerpoint/2010/main" val="20379386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D5C31B9-CB92-6C20-85FB-BE29130B4F36}"/>
            </a:ext>
          </a:extLst>
        </p:cNvPr>
        <p:cNvGrpSpPr/>
        <p:nvPr/>
      </p:nvGrpSpPr>
      <p:grpSpPr>
        <a:xfrm>
          <a:off x="0" y="0"/>
          <a:ext cx="0" cy="0"/>
          <a:chOff x="0" y="0"/>
          <a:chExt cx="0" cy="0"/>
        </a:xfrm>
      </p:grpSpPr>
      <p:sp useBgFill="1">
        <p:nvSpPr>
          <p:cNvPr id="1183" name="Rectangle 1182">
            <a:extLst>
              <a:ext uri="{FF2B5EF4-FFF2-40B4-BE49-F238E27FC236}">
                <a16:creationId xmlns:a16="http://schemas.microsoft.com/office/drawing/2014/main" id="{3543228C-C5B5-54E7-2EF7-38F818855C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85" name="Rectangle 1184">
            <a:extLst>
              <a:ext uri="{FF2B5EF4-FFF2-40B4-BE49-F238E27FC236}">
                <a16:creationId xmlns:a16="http://schemas.microsoft.com/office/drawing/2014/main" id="{54C169E4-447A-DD4F-9270-65CD4D9493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7" name="Rectangle 1186">
            <a:extLst>
              <a:ext uri="{FF2B5EF4-FFF2-40B4-BE49-F238E27FC236}">
                <a16:creationId xmlns:a16="http://schemas.microsoft.com/office/drawing/2014/main" id="{A5E8FB68-07C3-860E-C5AB-C649552B9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9" name="Rectangle 1188">
            <a:extLst>
              <a:ext uri="{FF2B5EF4-FFF2-40B4-BE49-F238E27FC236}">
                <a16:creationId xmlns:a16="http://schemas.microsoft.com/office/drawing/2014/main" id="{6022749D-1056-0740-3825-8BC118FEAE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1" name="Rectangle 1190">
            <a:extLst>
              <a:ext uri="{FF2B5EF4-FFF2-40B4-BE49-F238E27FC236}">
                <a16:creationId xmlns:a16="http://schemas.microsoft.com/office/drawing/2014/main" id="{92DE8223-8F0D-B20D-0709-DEF8628B1F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93" name="Freeform: Shape 1192">
            <a:extLst>
              <a:ext uri="{FF2B5EF4-FFF2-40B4-BE49-F238E27FC236}">
                <a16:creationId xmlns:a16="http://schemas.microsoft.com/office/drawing/2014/main" id="{B1736D51-3F9D-4771-3B85-8BACBEFBAD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95" name="Rectangle 1194">
            <a:extLst>
              <a:ext uri="{FF2B5EF4-FFF2-40B4-BE49-F238E27FC236}">
                <a16:creationId xmlns:a16="http://schemas.microsoft.com/office/drawing/2014/main" id="{40A51AE4-1DE4-35ED-AC5E-EFD6DC94D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C740EC-CF40-1D01-1C55-3960496C51D8}"/>
              </a:ext>
            </a:extLst>
          </p:cNvPr>
          <p:cNvSpPr>
            <a:spLocks noGrp="1"/>
          </p:cNvSpPr>
          <p:nvPr>
            <p:ph type="ctrTitle"/>
          </p:nvPr>
        </p:nvSpPr>
        <p:spPr>
          <a:xfrm>
            <a:off x="454200" y="2304440"/>
            <a:ext cx="3201366" cy="1800951"/>
          </a:xfrm>
        </p:spPr>
        <p:txBody>
          <a:bodyPr vert="horz" lIns="91440" tIns="45720" rIns="91440" bIns="45720" rtlCol="0" anchor="b">
            <a:noAutofit/>
          </a:bodyPr>
          <a:lstStyle/>
          <a:p>
            <a:pPr algn="r"/>
            <a:r>
              <a:rPr lang="en-US" sz="4000" dirty="0">
                <a:solidFill>
                  <a:srgbClr val="FFFFFF"/>
                </a:solidFill>
              </a:rPr>
              <a:t>Quantitative Evaluation After Redesign</a:t>
            </a:r>
            <a:endParaRPr lang="en-US" sz="4000" kern="1200" dirty="0">
              <a:solidFill>
                <a:srgbClr val="FFFFFF"/>
              </a:solidFill>
            </a:endParaRPr>
          </a:p>
        </p:txBody>
      </p:sp>
      <p:sp>
        <p:nvSpPr>
          <p:cNvPr id="5" name="TextBox 4">
            <a:extLst>
              <a:ext uri="{FF2B5EF4-FFF2-40B4-BE49-F238E27FC236}">
                <a16:creationId xmlns:a16="http://schemas.microsoft.com/office/drawing/2014/main" id="{606A6AAC-DA8C-408D-1995-B9B41FBAA168}"/>
              </a:ext>
            </a:extLst>
          </p:cNvPr>
          <p:cNvSpPr txBox="1"/>
          <p:nvPr/>
        </p:nvSpPr>
        <p:spPr>
          <a:xfrm>
            <a:off x="4500243" y="666114"/>
            <a:ext cx="6844032" cy="5546047"/>
          </a:xfrm>
          <a:prstGeom prst="rect">
            <a:avLst/>
          </a:prstGeom>
        </p:spPr>
        <p:txBody>
          <a:bodyPr vert="horz" lIns="91440" tIns="45720" rIns="91440" bIns="45720" rtlCol="0" anchor="ctr">
            <a:normAutofit/>
          </a:bodyPr>
          <a:lstStyle/>
          <a:p>
            <a:endParaRPr lang="en-US" sz="2400" dirty="0"/>
          </a:p>
        </p:txBody>
      </p:sp>
      <p:sp>
        <p:nvSpPr>
          <p:cNvPr id="3" name="Slide Number Placeholder 2">
            <a:extLst>
              <a:ext uri="{FF2B5EF4-FFF2-40B4-BE49-F238E27FC236}">
                <a16:creationId xmlns:a16="http://schemas.microsoft.com/office/drawing/2014/main" id="{C26D2597-3733-3545-B577-BA2A8880445E}"/>
              </a:ext>
            </a:extLst>
          </p:cNvPr>
          <p:cNvSpPr>
            <a:spLocks noGrp="1"/>
          </p:cNvSpPr>
          <p:nvPr>
            <p:ph type="sldNum" sz="quarter" idx="12"/>
          </p:nvPr>
        </p:nvSpPr>
        <p:spPr/>
        <p:txBody>
          <a:bodyPr/>
          <a:lstStyle/>
          <a:p>
            <a:fld id="{B19D99C1-D610-4605-878C-7095C6095A3C}" type="slidenum">
              <a:rPr lang="en-US" smtClean="0"/>
              <a:t>22</a:t>
            </a:fld>
            <a:endParaRPr lang="en-US"/>
          </a:p>
        </p:txBody>
      </p:sp>
      <p:pic>
        <p:nvPicPr>
          <p:cNvPr id="6" name="Picture 5" descr="A graph of purple bars&#10;&#10;AI-generated content may be incorrect.">
            <a:extLst>
              <a:ext uri="{FF2B5EF4-FFF2-40B4-BE49-F238E27FC236}">
                <a16:creationId xmlns:a16="http://schemas.microsoft.com/office/drawing/2014/main" id="{C5FF7AE8-03DF-CCF4-B616-4305678166D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00243" y="1538323"/>
            <a:ext cx="6901610" cy="3801628"/>
          </a:xfrm>
          <a:prstGeom prst="rect">
            <a:avLst/>
          </a:prstGeom>
          <a:noFill/>
          <a:ln>
            <a:noFill/>
          </a:ln>
        </p:spPr>
      </p:pic>
    </p:spTree>
    <p:extLst>
      <p:ext uri="{BB962C8B-B14F-4D97-AF65-F5344CB8AC3E}">
        <p14:creationId xmlns:p14="http://schemas.microsoft.com/office/powerpoint/2010/main" val="37752484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943812F-5A03-F3A4-775F-D8D6CC6EF582}"/>
            </a:ext>
          </a:extLst>
        </p:cNvPr>
        <p:cNvGrpSpPr/>
        <p:nvPr/>
      </p:nvGrpSpPr>
      <p:grpSpPr>
        <a:xfrm>
          <a:off x="0" y="0"/>
          <a:ext cx="0" cy="0"/>
          <a:chOff x="0" y="0"/>
          <a:chExt cx="0" cy="0"/>
        </a:xfrm>
      </p:grpSpPr>
      <p:sp useBgFill="1">
        <p:nvSpPr>
          <p:cNvPr id="1276" name="Rectangle 1275">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8" name="Rectangle 1277">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0" name="Rectangle 1279">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2" name="Rectangle 1281">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528C02-FFBA-D32C-CCAC-A8ED3BF85AC5}"/>
              </a:ext>
            </a:extLst>
          </p:cNvPr>
          <p:cNvSpPr>
            <a:spLocks noGrp="1"/>
          </p:cNvSpPr>
          <p:nvPr>
            <p:ph type="ctrTitle"/>
          </p:nvPr>
        </p:nvSpPr>
        <p:spPr>
          <a:xfrm>
            <a:off x="699713" y="248038"/>
            <a:ext cx="7063721" cy="1159200"/>
          </a:xfrm>
        </p:spPr>
        <p:txBody>
          <a:bodyPr vert="horz" lIns="91440" tIns="45720" rIns="91440" bIns="45720" rtlCol="0" anchor="ctr">
            <a:normAutofit/>
          </a:bodyPr>
          <a:lstStyle/>
          <a:p>
            <a:pPr algn="l"/>
            <a:r>
              <a:rPr lang="en-US" sz="3700" dirty="0">
                <a:solidFill>
                  <a:srgbClr val="FFFFFF"/>
                </a:solidFill>
              </a:rPr>
              <a:t>UI Design Style Guide </a:t>
            </a:r>
            <a:endParaRPr lang="en-US" sz="3700" kern="1200" dirty="0">
              <a:solidFill>
                <a:srgbClr val="FFFFFF"/>
              </a:solidFill>
              <a:latin typeface="+mj-lt"/>
              <a:ea typeface="+mj-ea"/>
              <a:cs typeface="+mj-cs"/>
            </a:endParaRPr>
          </a:p>
        </p:txBody>
      </p:sp>
      <p:pic>
        <p:nvPicPr>
          <p:cNvPr id="3" name="Picture 2" descr="A screen shot of a sample&#10;&#10;AI-generated content may be incorrect.">
            <a:extLst>
              <a:ext uri="{FF2B5EF4-FFF2-40B4-BE49-F238E27FC236}">
                <a16:creationId xmlns:a16="http://schemas.microsoft.com/office/drawing/2014/main" id="{7BB2AE36-5645-C41A-FC2D-47368D4A80E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auto">
          <a:xfrm>
            <a:off x="1835559" y="1966293"/>
            <a:ext cx="8520880" cy="4452160"/>
          </a:xfrm>
          <a:prstGeom prst="rect">
            <a:avLst/>
          </a:prstGeom>
          <a:noFill/>
        </p:spPr>
      </p:pic>
      <p:sp>
        <p:nvSpPr>
          <p:cNvPr id="5" name="TextBox 4">
            <a:extLst>
              <a:ext uri="{FF2B5EF4-FFF2-40B4-BE49-F238E27FC236}">
                <a16:creationId xmlns:a16="http://schemas.microsoft.com/office/drawing/2014/main" id="{BB489082-AFEF-4036-14BA-03C683D2E880}"/>
              </a:ext>
            </a:extLst>
          </p:cNvPr>
          <p:cNvSpPr txBox="1"/>
          <p:nvPr/>
        </p:nvSpPr>
        <p:spPr>
          <a:xfrm>
            <a:off x="4500243" y="666114"/>
            <a:ext cx="6844032" cy="5546047"/>
          </a:xfrm>
          <a:prstGeom prst="rect">
            <a:avLst/>
          </a:prstGeom>
        </p:spPr>
        <p:txBody>
          <a:bodyPr vert="horz" lIns="91440" tIns="45720" rIns="91440" bIns="45720" rtlCol="0" anchor="ctr">
            <a:normAutofit/>
          </a:bodyPr>
          <a:lstStyle/>
          <a:p>
            <a:endParaRPr lang="en-US" sz="2400" dirty="0"/>
          </a:p>
        </p:txBody>
      </p:sp>
      <p:sp>
        <p:nvSpPr>
          <p:cNvPr id="4" name="Slide Number Placeholder 3">
            <a:extLst>
              <a:ext uri="{FF2B5EF4-FFF2-40B4-BE49-F238E27FC236}">
                <a16:creationId xmlns:a16="http://schemas.microsoft.com/office/drawing/2014/main" id="{95E40763-84DA-F1BD-5BF4-74DDB299C22F}"/>
              </a:ext>
            </a:extLst>
          </p:cNvPr>
          <p:cNvSpPr>
            <a:spLocks noGrp="1"/>
          </p:cNvSpPr>
          <p:nvPr>
            <p:ph type="sldNum" sz="quarter" idx="12"/>
          </p:nvPr>
        </p:nvSpPr>
        <p:spPr/>
        <p:txBody>
          <a:bodyPr/>
          <a:lstStyle/>
          <a:p>
            <a:fld id="{B19D99C1-D610-4605-878C-7095C6095A3C}" type="slidenum">
              <a:rPr lang="en-US" smtClean="0"/>
              <a:t>23</a:t>
            </a:fld>
            <a:endParaRPr lang="en-US"/>
          </a:p>
        </p:txBody>
      </p:sp>
    </p:spTree>
    <p:extLst>
      <p:ext uri="{BB962C8B-B14F-4D97-AF65-F5344CB8AC3E}">
        <p14:creationId xmlns:p14="http://schemas.microsoft.com/office/powerpoint/2010/main" val="1779159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8802AE4-DAF0-88CD-07AB-37B3BD586CB2}"/>
            </a:ext>
          </a:extLst>
        </p:cNvPr>
        <p:cNvGrpSpPr/>
        <p:nvPr/>
      </p:nvGrpSpPr>
      <p:grpSpPr>
        <a:xfrm>
          <a:off x="0" y="0"/>
          <a:ext cx="0" cy="0"/>
          <a:chOff x="0" y="0"/>
          <a:chExt cx="0" cy="0"/>
        </a:xfrm>
      </p:grpSpPr>
      <p:sp useBgFill="1">
        <p:nvSpPr>
          <p:cNvPr id="1287" name="Rectangle 1286">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9" name="Rectangle 1288">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1" name="Rectangle 1290">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3" name="Rectangle 1292">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D28178-4923-94F7-F689-91E131AAD04E}"/>
              </a:ext>
            </a:extLst>
          </p:cNvPr>
          <p:cNvSpPr>
            <a:spLocks noGrp="1"/>
          </p:cNvSpPr>
          <p:nvPr>
            <p:ph type="ctrTitle"/>
          </p:nvPr>
        </p:nvSpPr>
        <p:spPr>
          <a:xfrm>
            <a:off x="699713" y="248038"/>
            <a:ext cx="7063721" cy="1159200"/>
          </a:xfrm>
        </p:spPr>
        <p:txBody>
          <a:bodyPr vert="horz" lIns="91440" tIns="45720" rIns="91440" bIns="45720" rtlCol="0" anchor="ctr">
            <a:normAutofit/>
          </a:bodyPr>
          <a:lstStyle/>
          <a:p>
            <a:pPr algn="l"/>
            <a:r>
              <a:rPr lang="en-US" sz="3700" dirty="0">
                <a:solidFill>
                  <a:srgbClr val="FFFFFF"/>
                </a:solidFill>
              </a:rPr>
              <a:t>High-fidelity Mobile Screens</a:t>
            </a:r>
            <a:endParaRPr lang="en-US" sz="3700" kern="1200" dirty="0">
              <a:solidFill>
                <a:srgbClr val="FFFFFF"/>
              </a:solidFill>
              <a:latin typeface="+mj-lt"/>
              <a:ea typeface="+mj-ea"/>
              <a:cs typeface="+mj-cs"/>
            </a:endParaRPr>
          </a:p>
        </p:txBody>
      </p:sp>
      <p:pic>
        <p:nvPicPr>
          <p:cNvPr id="4" name="Picture 3" descr="Screens screenshot of a phone&#10;&#10;AI-generated content may be incorrect.">
            <a:extLst>
              <a:ext uri="{FF2B5EF4-FFF2-40B4-BE49-F238E27FC236}">
                <a16:creationId xmlns:a16="http://schemas.microsoft.com/office/drawing/2014/main" id="{FEE57633-3755-9485-30D0-FAF73D7562CA}"/>
              </a:ext>
            </a:extLst>
          </p:cNvPr>
          <p:cNvPicPr>
            <a:picLocks noChangeAspect="1"/>
          </p:cNvPicPr>
          <p:nvPr/>
        </p:nvPicPr>
        <p:blipFill>
          <a:blip r:embed="rId2"/>
          <a:stretch>
            <a:fillRect/>
          </a:stretch>
        </p:blipFill>
        <p:spPr>
          <a:xfrm>
            <a:off x="1973627" y="1966293"/>
            <a:ext cx="8244745" cy="4452160"/>
          </a:xfrm>
          <a:prstGeom prst="rect">
            <a:avLst/>
          </a:prstGeom>
        </p:spPr>
      </p:pic>
      <p:sp>
        <p:nvSpPr>
          <p:cNvPr id="5" name="TextBox 4">
            <a:extLst>
              <a:ext uri="{FF2B5EF4-FFF2-40B4-BE49-F238E27FC236}">
                <a16:creationId xmlns:a16="http://schemas.microsoft.com/office/drawing/2014/main" id="{C2C762C2-A43A-C8EA-6653-77A71CADFA18}"/>
              </a:ext>
            </a:extLst>
          </p:cNvPr>
          <p:cNvSpPr txBox="1"/>
          <p:nvPr/>
        </p:nvSpPr>
        <p:spPr>
          <a:xfrm>
            <a:off x="4500243" y="666114"/>
            <a:ext cx="6844032" cy="5546047"/>
          </a:xfrm>
          <a:prstGeom prst="rect">
            <a:avLst/>
          </a:prstGeom>
        </p:spPr>
        <p:txBody>
          <a:bodyPr vert="horz" lIns="91440" tIns="45720" rIns="91440" bIns="45720" rtlCol="0" anchor="ctr">
            <a:normAutofit/>
          </a:bodyPr>
          <a:lstStyle/>
          <a:p>
            <a:endParaRPr lang="en-US" sz="2400" dirty="0"/>
          </a:p>
        </p:txBody>
      </p:sp>
      <p:sp>
        <p:nvSpPr>
          <p:cNvPr id="3" name="Slide Number Placeholder 2">
            <a:extLst>
              <a:ext uri="{FF2B5EF4-FFF2-40B4-BE49-F238E27FC236}">
                <a16:creationId xmlns:a16="http://schemas.microsoft.com/office/drawing/2014/main" id="{725A2BAC-1879-5BC5-1CDC-0C923573FCA0}"/>
              </a:ext>
            </a:extLst>
          </p:cNvPr>
          <p:cNvSpPr>
            <a:spLocks noGrp="1"/>
          </p:cNvSpPr>
          <p:nvPr>
            <p:ph type="sldNum" sz="quarter" idx="12"/>
          </p:nvPr>
        </p:nvSpPr>
        <p:spPr/>
        <p:txBody>
          <a:bodyPr/>
          <a:lstStyle/>
          <a:p>
            <a:fld id="{B19D99C1-D610-4605-878C-7095C6095A3C}" type="slidenum">
              <a:rPr lang="en-US" smtClean="0"/>
              <a:t>24</a:t>
            </a:fld>
            <a:endParaRPr lang="en-US"/>
          </a:p>
        </p:txBody>
      </p:sp>
    </p:spTree>
    <p:extLst>
      <p:ext uri="{BB962C8B-B14F-4D97-AF65-F5344CB8AC3E}">
        <p14:creationId xmlns:p14="http://schemas.microsoft.com/office/powerpoint/2010/main" val="40201233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7E2D2E2-C0D0-FDC6-9763-C74CFFC3B926}"/>
            </a:ext>
          </a:extLst>
        </p:cNvPr>
        <p:cNvGrpSpPr/>
        <p:nvPr/>
      </p:nvGrpSpPr>
      <p:grpSpPr>
        <a:xfrm>
          <a:off x="0" y="0"/>
          <a:ext cx="0" cy="0"/>
          <a:chOff x="0" y="0"/>
          <a:chExt cx="0" cy="0"/>
        </a:xfrm>
      </p:grpSpPr>
      <p:sp useBgFill="1">
        <p:nvSpPr>
          <p:cNvPr id="1200" name="Rectangle 1199">
            <a:extLst>
              <a:ext uri="{FF2B5EF4-FFF2-40B4-BE49-F238E27FC236}">
                <a16:creationId xmlns:a16="http://schemas.microsoft.com/office/drawing/2014/main" id="{BA535DA0-CB8D-B46C-B49B-7E3221604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2" name="Rectangle 1201">
            <a:extLst>
              <a:ext uri="{FF2B5EF4-FFF2-40B4-BE49-F238E27FC236}">
                <a16:creationId xmlns:a16="http://schemas.microsoft.com/office/drawing/2014/main" id="{06747A77-7909-63B7-DF60-22F1500A2C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04" name="Rectangle 1203">
            <a:extLst>
              <a:ext uri="{FF2B5EF4-FFF2-40B4-BE49-F238E27FC236}">
                <a16:creationId xmlns:a16="http://schemas.microsoft.com/office/drawing/2014/main" id="{E26A1129-901D-6AE1-BFAA-0B896A95F5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6" name="Rectangle 1205">
            <a:extLst>
              <a:ext uri="{FF2B5EF4-FFF2-40B4-BE49-F238E27FC236}">
                <a16:creationId xmlns:a16="http://schemas.microsoft.com/office/drawing/2014/main" id="{D3654201-7D43-4639-6350-6C7430D655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08" name="Freeform: Shape 1207">
            <a:extLst>
              <a:ext uri="{FF2B5EF4-FFF2-40B4-BE49-F238E27FC236}">
                <a16:creationId xmlns:a16="http://schemas.microsoft.com/office/drawing/2014/main" id="{3648EC34-2751-A892-F979-0DA5F52E5B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F78D3B89-5BF3-3E82-2CC6-90790909D595}"/>
              </a:ext>
            </a:extLst>
          </p:cNvPr>
          <p:cNvSpPr>
            <a:spLocks noGrp="1"/>
          </p:cNvSpPr>
          <p:nvPr>
            <p:ph type="ctrTitle"/>
          </p:nvPr>
        </p:nvSpPr>
        <p:spPr>
          <a:xfrm>
            <a:off x="847725" y="2685111"/>
            <a:ext cx="2880828" cy="743674"/>
          </a:xfrm>
        </p:spPr>
        <p:txBody>
          <a:bodyPr vert="horz" lIns="91440" tIns="45720" rIns="91440" bIns="45720" rtlCol="0" anchor="t">
            <a:normAutofit/>
          </a:bodyPr>
          <a:lstStyle/>
          <a:p>
            <a:pPr algn="l"/>
            <a:r>
              <a:rPr lang="en-US" sz="4000" dirty="0">
                <a:solidFill>
                  <a:srgbClr val="FFFFFF"/>
                </a:solidFill>
              </a:rPr>
              <a:t>Implications</a:t>
            </a:r>
            <a:endParaRPr lang="en-US" sz="4000" kern="1200" dirty="0">
              <a:solidFill>
                <a:srgbClr val="FFFFFF"/>
              </a:solidFill>
              <a:latin typeface="+mj-lt"/>
              <a:ea typeface="+mj-ea"/>
              <a:cs typeface="+mj-cs"/>
            </a:endParaRPr>
          </a:p>
        </p:txBody>
      </p:sp>
      <p:sp>
        <p:nvSpPr>
          <p:cNvPr id="5" name="TextBox 4">
            <a:extLst>
              <a:ext uri="{FF2B5EF4-FFF2-40B4-BE49-F238E27FC236}">
                <a16:creationId xmlns:a16="http://schemas.microsoft.com/office/drawing/2014/main" id="{411BB4E7-1062-8410-32E2-58805E9B9B73}"/>
              </a:ext>
            </a:extLst>
          </p:cNvPr>
          <p:cNvSpPr txBox="1"/>
          <p:nvPr/>
        </p:nvSpPr>
        <p:spPr>
          <a:xfrm>
            <a:off x="4500243" y="666114"/>
            <a:ext cx="6844032" cy="5546047"/>
          </a:xfrm>
          <a:prstGeom prst="rect">
            <a:avLst/>
          </a:prstGeom>
        </p:spPr>
        <p:txBody>
          <a:bodyPr vert="horz" lIns="91440" tIns="45720" rIns="91440" bIns="45720" rtlCol="0" anchor="ctr">
            <a:normAutofit/>
          </a:bodyPr>
          <a:lstStyle/>
          <a:p>
            <a:endParaRPr lang="en-US" sz="2400" dirty="0"/>
          </a:p>
        </p:txBody>
      </p:sp>
      <p:sp>
        <p:nvSpPr>
          <p:cNvPr id="6" name="TextBox 5">
            <a:extLst>
              <a:ext uri="{FF2B5EF4-FFF2-40B4-BE49-F238E27FC236}">
                <a16:creationId xmlns:a16="http://schemas.microsoft.com/office/drawing/2014/main" id="{DC319D50-8045-0B88-0C54-8E44622525D4}"/>
              </a:ext>
            </a:extLst>
          </p:cNvPr>
          <p:cNvSpPr txBox="1"/>
          <p:nvPr/>
        </p:nvSpPr>
        <p:spPr>
          <a:xfrm>
            <a:off x="4775454" y="1427339"/>
            <a:ext cx="6094476" cy="3262432"/>
          </a:xfrm>
          <a:prstGeom prst="rect">
            <a:avLst/>
          </a:prstGeom>
          <a:noFill/>
        </p:spPr>
        <p:txBody>
          <a:bodyPr wrap="square">
            <a:spAutoFit/>
          </a:bodyPr>
          <a:lstStyle/>
          <a:p>
            <a:pPr marL="457200" indent="-457200">
              <a:spcBef>
                <a:spcPts val="600"/>
              </a:spcBef>
              <a:spcAft>
                <a:spcPts val="600"/>
              </a:spcAft>
              <a:buFont typeface="+mj-lt"/>
              <a:buAutoNum type="arabicPeriod"/>
            </a:pPr>
            <a:r>
              <a:rPr lang="en-US" sz="2200" dirty="0">
                <a:latin typeface="+mj-lt"/>
              </a:rPr>
              <a:t>Usability problems in academic systems stem mainly from information structure, not task logic</a:t>
            </a:r>
          </a:p>
          <a:p>
            <a:pPr marL="457200" indent="-457200">
              <a:spcBef>
                <a:spcPts val="600"/>
              </a:spcBef>
              <a:spcAft>
                <a:spcPts val="600"/>
              </a:spcAft>
              <a:buFont typeface="+mj-lt"/>
              <a:buAutoNum type="arabicPeriod"/>
            </a:pPr>
            <a:r>
              <a:rPr lang="en-US" sz="2200" dirty="0">
                <a:latin typeface="+mj-lt"/>
              </a:rPr>
              <a:t>Reducing extraneous cognitive load improves efficiency without system replacement</a:t>
            </a:r>
          </a:p>
          <a:p>
            <a:pPr marL="457200" indent="-457200">
              <a:spcBef>
                <a:spcPts val="600"/>
              </a:spcBef>
              <a:spcAft>
                <a:spcPts val="600"/>
              </a:spcAft>
              <a:buFont typeface="+mj-lt"/>
              <a:buAutoNum type="arabicPeriod"/>
            </a:pPr>
            <a:r>
              <a:rPr lang="en-US" sz="2200" dirty="0">
                <a:latin typeface="+mj-lt"/>
              </a:rPr>
              <a:t>Information architecture should precede visual redesign in public digital systems</a:t>
            </a:r>
          </a:p>
          <a:p>
            <a:pPr marL="457200" indent="-457200">
              <a:spcBef>
                <a:spcPts val="600"/>
              </a:spcBef>
              <a:spcAft>
                <a:spcPts val="600"/>
              </a:spcAft>
              <a:buFont typeface="+mj-lt"/>
              <a:buAutoNum type="arabicPeriod"/>
            </a:pPr>
            <a:r>
              <a:rPr lang="en-US" sz="2200" dirty="0">
                <a:latin typeface="+mj-lt"/>
              </a:rPr>
              <a:t>Early user testing and workflow modelling should be standard in national platforms</a:t>
            </a:r>
          </a:p>
        </p:txBody>
      </p:sp>
      <p:sp>
        <p:nvSpPr>
          <p:cNvPr id="3" name="Slide Number Placeholder 2">
            <a:extLst>
              <a:ext uri="{FF2B5EF4-FFF2-40B4-BE49-F238E27FC236}">
                <a16:creationId xmlns:a16="http://schemas.microsoft.com/office/drawing/2014/main" id="{080A88D3-3D51-1F5A-5A7F-8AC1EEA1BF8E}"/>
              </a:ext>
            </a:extLst>
          </p:cNvPr>
          <p:cNvSpPr>
            <a:spLocks noGrp="1"/>
          </p:cNvSpPr>
          <p:nvPr>
            <p:ph type="sldNum" sz="quarter" idx="12"/>
          </p:nvPr>
        </p:nvSpPr>
        <p:spPr/>
        <p:txBody>
          <a:bodyPr/>
          <a:lstStyle/>
          <a:p>
            <a:fld id="{B19D99C1-D610-4605-878C-7095C6095A3C}" type="slidenum">
              <a:rPr lang="en-US" smtClean="0"/>
              <a:t>25</a:t>
            </a:fld>
            <a:endParaRPr lang="en-US"/>
          </a:p>
        </p:txBody>
      </p:sp>
    </p:spTree>
    <p:extLst>
      <p:ext uri="{BB962C8B-B14F-4D97-AF65-F5344CB8AC3E}">
        <p14:creationId xmlns:p14="http://schemas.microsoft.com/office/powerpoint/2010/main" val="2228790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75498C3-E64C-3A5A-FB41-F1E111361BB4}"/>
            </a:ext>
          </a:extLst>
        </p:cNvPr>
        <p:cNvGrpSpPr/>
        <p:nvPr/>
      </p:nvGrpSpPr>
      <p:grpSpPr>
        <a:xfrm>
          <a:off x="0" y="0"/>
          <a:ext cx="0" cy="0"/>
          <a:chOff x="0" y="0"/>
          <a:chExt cx="0" cy="0"/>
        </a:xfrm>
      </p:grpSpPr>
      <p:sp useBgFill="1">
        <p:nvSpPr>
          <p:cNvPr id="1200" name="Rectangle 1199">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2" name="Rectangle 1201">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4" name="Rectangle 1203">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06" name="Rectangle 1205">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08" name="Rectangle 1207">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A close-up of words&#10;&#10;AI-generated content may be incorrect.">
            <a:extLst>
              <a:ext uri="{FF2B5EF4-FFF2-40B4-BE49-F238E27FC236}">
                <a16:creationId xmlns:a16="http://schemas.microsoft.com/office/drawing/2014/main" id="{9645E800-DDFD-0C1B-170B-1CCBB4B2F569}"/>
              </a:ext>
            </a:extLst>
          </p:cNvPr>
          <p:cNvPicPr>
            <a:picLocks noChangeAspect="1"/>
          </p:cNvPicPr>
          <p:nvPr/>
        </p:nvPicPr>
        <p:blipFill>
          <a:blip r:embed="rId2"/>
          <a:stretch>
            <a:fillRect/>
          </a:stretch>
        </p:blipFill>
        <p:spPr>
          <a:xfrm>
            <a:off x="7190148" y="1014958"/>
            <a:ext cx="4170530" cy="4170530"/>
          </a:xfrm>
          <a:prstGeom prst="rect">
            <a:avLst/>
          </a:prstGeom>
        </p:spPr>
      </p:pic>
      <p:sp>
        <p:nvSpPr>
          <p:cNvPr id="5" name="TextBox 4">
            <a:extLst>
              <a:ext uri="{FF2B5EF4-FFF2-40B4-BE49-F238E27FC236}">
                <a16:creationId xmlns:a16="http://schemas.microsoft.com/office/drawing/2014/main" id="{C3F2A16F-2BE8-183A-D3E9-16F069F616EF}"/>
              </a:ext>
            </a:extLst>
          </p:cNvPr>
          <p:cNvSpPr txBox="1"/>
          <p:nvPr/>
        </p:nvSpPr>
        <p:spPr>
          <a:xfrm>
            <a:off x="4459135" y="852275"/>
            <a:ext cx="6527421" cy="5133169"/>
          </a:xfrm>
          <a:prstGeom prst="rect">
            <a:avLst/>
          </a:prstGeom>
        </p:spPr>
        <p:txBody>
          <a:bodyPr vert="horz" lIns="91440" tIns="45720" rIns="91440" bIns="45720" rtlCol="0" anchor="ctr">
            <a:normAutofit/>
          </a:bodyPr>
          <a:lstStyle/>
          <a:p>
            <a:endParaRPr lang="en-US" dirty="0">
              <a:effectLst/>
            </a:endParaRPr>
          </a:p>
        </p:txBody>
      </p:sp>
      <p:sp>
        <p:nvSpPr>
          <p:cNvPr id="6" name="TextBox 5">
            <a:extLst>
              <a:ext uri="{FF2B5EF4-FFF2-40B4-BE49-F238E27FC236}">
                <a16:creationId xmlns:a16="http://schemas.microsoft.com/office/drawing/2014/main" id="{63C6AED8-1EFF-284F-6C59-106A5515B544}"/>
              </a:ext>
            </a:extLst>
          </p:cNvPr>
          <p:cNvSpPr txBox="1"/>
          <p:nvPr/>
        </p:nvSpPr>
        <p:spPr>
          <a:xfrm>
            <a:off x="707834" y="548614"/>
            <a:ext cx="6108192" cy="5555367"/>
          </a:xfrm>
          <a:prstGeom prst="rect">
            <a:avLst/>
          </a:prstGeom>
          <a:noFill/>
        </p:spPr>
        <p:txBody>
          <a:bodyPr wrap="square">
            <a:spAutoFit/>
          </a:bodyPr>
          <a:lstStyle/>
          <a:p>
            <a:pPr>
              <a:spcBef>
                <a:spcPts val="600"/>
              </a:spcBef>
              <a:spcAft>
                <a:spcPts val="1200"/>
              </a:spcAft>
            </a:pPr>
            <a:r>
              <a:rPr lang="en-US" sz="3600" b="1" dirty="0">
                <a:latin typeface="+mj-lt"/>
              </a:rPr>
              <a:t>Conclusions</a:t>
            </a:r>
            <a:endParaRPr lang="en-US" sz="2400" b="1" dirty="0">
              <a:latin typeface="+mj-lt"/>
            </a:endParaRPr>
          </a:p>
          <a:p>
            <a:pPr marL="342900" indent="-342900">
              <a:spcBef>
                <a:spcPts val="600"/>
              </a:spcBef>
              <a:spcAft>
                <a:spcPts val="600"/>
              </a:spcAft>
              <a:buFont typeface="+mj-lt"/>
              <a:buAutoNum type="arabicPeriod"/>
            </a:pPr>
            <a:r>
              <a:rPr lang="en-US" sz="2200" dirty="0">
                <a:latin typeface="+mj-lt"/>
              </a:rPr>
              <a:t>From a Digital Humanities perspective, this work shows how computational methods and human interpretation can be combined to study and redesign everyday digital infrastructures</a:t>
            </a:r>
          </a:p>
          <a:p>
            <a:pPr marL="342900" indent="-342900">
              <a:spcBef>
                <a:spcPts val="600"/>
              </a:spcBef>
              <a:spcAft>
                <a:spcPts val="600"/>
              </a:spcAft>
              <a:buFont typeface="+mj-lt"/>
              <a:buAutoNum type="arabicPeriod"/>
            </a:pPr>
            <a:r>
              <a:rPr lang="en-US" sz="2200" dirty="0">
                <a:latin typeface="+mj-lt"/>
              </a:rPr>
              <a:t>Cognitive load theory and information architecture explain key usability failures in LUIS</a:t>
            </a:r>
          </a:p>
          <a:p>
            <a:pPr marL="342900" indent="-342900">
              <a:spcBef>
                <a:spcPts val="600"/>
              </a:spcBef>
              <a:spcAft>
                <a:spcPts val="600"/>
              </a:spcAft>
              <a:buFont typeface="+mj-lt"/>
              <a:buAutoNum type="arabicPeriod"/>
            </a:pPr>
            <a:r>
              <a:rPr lang="en-US" sz="2200" dirty="0">
                <a:latin typeface="+mj-lt"/>
              </a:rPr>
              <a:t>Users struggle with presentation, not academic rules</a:t>
            </a:r>
          </a:p>
          <a:p>
            <a:pPr marL="342900" indent="-342900">
              <a:spcBef>
                <a:spcPts val="600"/>
              </a:spcBef>
              <a:spcAft>
                <a:spcPts val="600"/>
              </a:spcAft>
              <a:buFont typeface="+mj-lt"/>
              <a:buAutoNum type="arabicPeriod"/>
            </a:pPr>
            <a:r>
              <a:rPr lang="en-US" sz="2200" dirty="0">
                <a:latin typeface="+mj-lt"/>
              </a:rPr>
              <a:t>Targeted workflow redesign reduced workflow steps, effort, and confusion</a:t>
            </a:r>
          </a:p>
          <a:p>
            <a:pPr marL="342900" indent="-342900">
              <a:spcBef>
                <a:spcPts val="600"/>
              </a:spcBef>
              <a:spcAft>
                <a:spcPts val="600"/>
              </a:spcAft>
              <a:buFont typeface="+mj-lt"/>
              <a:buAutoNum type="arabicPeriod"/>
            </a:pPr>
            <a:r>
              <a:rPr lang="en-US" sz="2200" dirty="0">
                <a:latin typeface="+mj-lt"/>
              </a:rPr>
              <a:t>The proposed analytical framework is transferable to other academic systems</a:t>
            </a:r>
          </a:p>
        </p:txBody>
      </p:sp>
      <p:sp>
        <p:nvSpPr>
          <p:cNvPr id="2" name="Slide Number Placeholder 1">
            <a:extLst>
              <a:ext uri="{FF2B5EF4-FFF2-40B4-BE49-F238E27FC236}">
                <a16:creationId xmlns:a16="http://schemas.microsoft.com/office/drawing/2014/main" id="{79F82FE8-CA09-4776-616C-84253E7FC464}"/>
              </a:ext>
            </a:extLst>
          </p:cNvPr>
          <p:cNvSpPr>
            <a:spLocks noGrp="1"/>
          </p:cNvSpPr>
          <p:nvPr>
            <p:ph type="sldNum" sz="quarter" idx="12"/>
          </p:nvPr>
        </p:nvSpPr>
        <p:spPr/>
        <p:txBody>
          <a:bodyPr/>
          <a:lstStyle/>
          <a:p>
            <a:fld id="{B19D99C1-D610-4605-878C-7095C6095A3C}" type="slidenum">
              <a:rPr lang="en-US" smtClean="0"/>
              <a:t>26</a:t>
            </a:fld>
            <a:endParaRPr lang="en-US"/>
          </a:p>
        </p:txBody>
      </p:sp>
    </p:spTree>
    <p:extLst>
      <p:ext uri="{BB962C8B-B14F-4D97-AF65-F5344CB8AC3E}">
        <p14:creationId xmlns:p14="http://schemas.microsoft.com/office/powerpoint/2010/main" val="40239475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D96EC48-6DDB-8549-320D-CFCB6402DCA4}"/>
            </a:ext>
          </a:extLst>
        </p:cNvPr>
        <p:cNvGrpSpPr/>
        <p:nvPr/>
      </p:nvGrpSpPr>
      <p:grpSpPr>
        <a:xfrm>
          <a:off x="0" y="0"/>
          <a:ext cx="0" cy="0"/>
          <a:chOff x="0" y="0"/>
          <a:chExt cx="0" cy="0"/>
        </a:xfrm>
      </p:grpSpPr>
      <p:sp useBgFill="1">
        <p:nvSpPr>
          <p:cNvPr id="1200" name="Rectangle 1199">
            <a:extLst>
              <a:ext uri="{FF2B5EF4-FFF2-40B4-BE49-F238E27FC236}">
                <a16:creationId xmlns:a16="http://schemas.microsoft.com/office/drawing/2014/main" id="{A6107427-AC7F-FCF1-C35D-94B57FF368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2" name="Rectangle 1201">
            <a:extLst>
              <a:ext uri="{FF2B5EF4-FFF2-40B4-BE49-F238E27FC236}">
                <a16:creationId xmlns:a16="http://schemas.microsoft.com/office/drawing/2014/main" id="{53A2D2E1-0364-AD66-BA5A-1E927D2F27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04" name="Rectangle 1203">
            <a:extLst>
              <a:ext uri="{FF2B5EF4-FFF2-40B4-BE49-F238E27FC236}">
                <a16:creationId xmlns:a16="http://schemas.microsoft.com/office/drawing/2014/main" id="{0726D60A-A163-0A17-434A-CEB14259BE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6" name="Rectangle 1205">
            <a:extLst>
              <a:ext uri="{FF2B5EF4-FFF2-40B4-BE49-F238E27FC236}">
                <a16:creationId xmlns:a16="http://schemas.microsoft.com/office/drawing/2014/main" id="{C3EDEA5D-F38F-460E-BC3D-0F6F6C0DA9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08" name="Freeform: Shape 1207">
            <a:extLst>
              <a:ext uri="{FF2B5EF4-FFF2-40B4-BE49-F238E27FC236}">
                <a16:creationId xmlns:a16="http://schemas.microsoft.com/office/drawing/2014/main" id="{CC9F991D-508A-9C28-8C7B-14C31DD32E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1EB4264-C338-95B1-6D23-B33FCC6B754B}"/>
              </a:ext>
            </a:extLst>
          </p:cNvPr>
          <p:cNvSpPr>
            <a:spLocks noGrp="1"/>
          </p:cNvSpPr>
          <p:nvPr>
            <p:ph type="ctrTitle"/>
          </p:nvPr>
        </p:nvSpPr>
        <p:spPr>
          <a:xfrm>
            <a:off x="847725" y="2685111"/>
            <a:ext cx="2880828" cy="743674"/>
          </a:xfrm>
        </p:spPr>
        <p:txBody>
          <a:bodyPr vert="horz" lIns="91440" tIns="45720" rIns="91440" bIns="45720" rtlCol="0" anchor="t">
            <a:normAutofit/>
          </a:bodyPr>
          <a:lstStyle/>
          <a:p>
            <a:pPr algn="l"/>
            <a:r>
              <a:rPr lang="en-US" sz="4000" dirty="0">
                <a:solidFill>
                  <a:srgbClr val="FFFFFF"/>
                </a:solidFill>
              </a:rPr>
              <a:t>Future Work</a:t>
            </a:r>
            <a:endParaRPr lang="en-US" sz="4000" kern="1200" dirty="0">
              <a:solidFill>
                <a:srgbClr val="FFFFFF"/>
              </a:solidFill>
              <a:latin typeface="+mj-lt"/>
              <a:ea typeface="+mj-ea"/>
              <a:cs typeface="+mj-cs"/>
            </a:endParaRPr>
          </a:p>
        </p:txBody>
      </p:sp>
      <p:sp>
        <p:nvSpPr>
          <p:cNvPr id="6" name="TextBox 5">
            <a:extLst>
              <a:ext uri="{FF2B5EF4-FFF2-40B4-BE49-F238E27FC236}">
                <a16:creationId xmlns:a16="http://schemas.microsoft.com/office/drawing/2014/main" id="{E77553A8-28F5-73CE-03F8-82B8E6558F48}"/>
              </a:ext>
            </a:extLst>
          </p:cNvPr>
          <p:cNvSpPr txBox="1"/>
          <p:nvPr/>
        </p:nvSpPr>
        <p:spPr>
          <a:xfrm>
            <a:off x="4775454" y="1675984"/>
            <a:ext cx="6094476" cy="3139321"/>
          </a:xfrm>
          <a:prstGeom prst="rect">
            <a:avLst/>
          </a:prstGeom>
          <a:noFill/>
        </p:spPr>
        <p:txBody>
          <a:bodyPr wrap="square">
            <a:spAutoFit/>
          </a:bodyPr>
          <a:lstStyle/>
          <a:p>
            <a:pPr marL="457200" indent="-457200">
              <a:spcBef>
                <a:spcPts val="600"/>
              </a:spcBef>
              <a:spcAft>
                <a:spcPts val="600"/>
              </a:spcAft>
              <a:buFont typeface="+mj-lt"/>
              <a:buAutoNum type="arabicPeriod"/>
            </a:pPr>
            <a:r>
              <a:rPr lang="en-US" sz="2400" dirty="0">
                <a:latin typeface="+mj-lt"/>
              </a:rPr>
              <a:t>Implement redesigned workflows in a live system</a:t>
            </a:r>
          </a:p>
          <a:p>
            <a:pPr marL="457200" indent="-457200">
              <a:spcBef>
                <a:spcPts val="600"/>
              </a:spcBef>
              <a:spcAft>
                <a:spcPts val="600"/>
              </a:spcAft>
              <a:buFont typeface="+mj-lt"/>
              <a:buAutoNum type="arabicPeriod"/>
            </a:pPr>
            <a:r>
              <a:rPr lang="en-US" sz="2400" dirty="0">
                <a:latin typeface="+mj-lt"/>
              </a:rPr>
              <a:t>Validate results with larger, multi-institution samples</a:t>
            </a:r>
          </a:p>
          <a:p>
            <a:pPr marL="457200" indent="-457200">
              <a:spcBef>
                <a:spcPts val="600"/>
              </a:spcBef>
              <a:spcAft>
                <a:spcPts val="600"/>
              </a:spcAft>
              <a:buFont typeface="+mj-lt"/>
              <a:buAutoNum type="arabicPeriod"/>
            </a:pPr>
            <a:r>
              <a:rPr lang="en-US" sz="2400" dirty="0">
                <a:latin typeface="+mj-lt"/>
              </a:rPr>
              <a:t>Develop a full design system for future academic platforms</a:t>
            </a:r>
          </a:p>
          <a:p>
            <a:pPr marL="457200" indent="-457200">
              <a:spcBef>
                <a:spcPts val="600"/>
              </a:spcBef>
              <a:spcAft>
                <a:spcPts val="600"/>
              </a:spcAft>
              <a:buFont typeface="+mj-lt"/>
              <a:buAutoNum type="arabicPeriod"/>
            </a:pPr>
            <a:r>
              <a:rPr lang="en-US" sz="2400" dirty="0">
                <a:latin typeface="+mj-lt"/>
              </a:rPr>
              <a:t>Combine usability data with real system logs</a:t>
            </a:r>
            <a:endParaRPr lang="en-US" sz="2200" dirty="0">
              <a:latin typeface="+mj-lt"/>
            </a:endParaRPr>
          </a:p>
        </p:txBody>
      </p:sp>
      <p:sp>
        <p:nvSpPr>
          <p:cNvPr id="3" name="Slide Number Placeholder 2">
            <a:extLst>
              <a:ext uri="{FF2B5EF4-FFF2-40B4-BE49-F238E27FC236}">
                <a16:creationId xmlns:a16="http://schemas.microsoft.com/office/drawing/2014/main" id="{D1FA63AB-9A2D-1904-1515-59A44285F89F}"/>
              </a:ext>
            </a:extLst>
          </p:cNvPr>
          <p:cNvSpPr>
            <a:spLocks noGrp="1"/>
          </p:cNvSpPr>
          <p:nvPr>
            <p:ph type="sldNum" sz="quarter" idx="12"/>
          </p:nvPr>
        </p:nvSpPr>
        <p:spPr/>
        <p:txBody>
          <a:bodyPr/>
          <a:lstStyle/>
          <a:p>
            <a:fld id="{B19D99C1-D610-4605-878C-7095C6095A3C}" type="slidenum">
              <a:rPr lang="en-US" smtClean="0"/>
              <a:t>27</a:t>
            </a:fld>
            <a:endParaRPr lang="en-US"/>
          </a:p>
        </p:txBody>
      </p:sp>
    </p:spTree>
    <p:extLst>
      <p:ext uri="{BB962C8B-B14F-4D97-AF65-F5344CB8AC3E}">
        <p14:creationId xmlns:p14="http://schemas.microsoft.com/office/powerpoint/2010/main" val="37414615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7FEAD39-D8F9-20B3-D5EA-E1E9100B4E7E}"/>
            </a:ext>
          </a:extLst>
        </p:cNvPr>
        <p:cNvGrpSpPr/>
        <p:nvPr/>
      </p:nvGrpSpPr>
      <p:grpSpPr>
        <a:xfrm>
          <a:off x="0" y="0"/>
          <a:ext cx="0" cy="0"/>
          <a:chOff x="0" y="0"/>
          <a:chExt cx="0" cy="0"/>
        </a:xfrm>
      </p:grpSpPr>
      <p:sp useBgFill="1">
        <p:nvSpPr>
          <p:cNvPr id="1215" name="Rectangle 1214">
            <a:extLst>
              <a:ext uri="{FF2B5EF4-FFF2-40B4-BE49-F238E27FC236}">
                <a16:creationId xmlns:a16="http://schemas.microsoft.com/office/drawing/2014/main" id="{DA495BEF-D6C6-4A24-308C-386782D612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EF0970-090F-8B79-9188-69A4BD282067}"/>
              </a:ext>
            </a:extLst>
          </p:cNvPr>
          <p:cNvSpPr>
            <a:spLocks noGrp="1"/>
          </p:cNvSpPr>
          <p:nvPr>
            <p:ph type="ctrTitle"/>
          </p:nvPr>
        </p:nvSpPr>
        <p:spPr>
          <a:xfrm>
            <a:off x="823442" y="921715"/>
            <a:ext cx="5163022" cy="2635993"/>
          </a:xfrm>
        </p:spPr>
        <p:txBody>
          <a:bodyPr vert="horz" lIns="91440" tIns="45720" rIns="91440" bIns="45720" rtlCol="0" anchor="b">
            <a:normAutofit/>
          </a:bodyPr>
          <a:lstStyle/>
          <a:p>
            <a:pPr algn="l"/>
            <a:r>
              <a:rPr lang="en-US" sz="2600" b="1" dirty="0"/>
              <a:t>Thank You!</a:t>
            </a:r>
            <a:br>
              <a:rPr lang="en-US" sz="2600" dirty="0"/>
            </a:br>
            <a:br>
              <a:rPr lang="en-US" sz="2600" dirty="0"/>
            </a:br>
            <a:r>
              <a:rPr lang="en-US" sz="2600" dirty="0"/>
              <a:t>The full research repository, including datasets, analysis notebooks, and prototype materials, are available on GitHub. </a:t>
            </a:r>
            <a:endParaRPr lang="en-US" sz="2600" kern="1200" dirty="0"/>
          </a:p>
        </p:txBody>
      </p:sp>
      <p:sp>
        <p:nvSpPr>
          <p:cNvPr id="1217" name="Rectangle 1216">
            <a:extLst>
              <a:ext uri="{FF2B5EF4-FFF2-40B4-BE49-F238E27FC236}">
                <a16:creationId xmlns:a16="http://schemas.microsoft.com/office/drawing/2014/main" id="{4094C79B-70A1-8640-B177-B8D8516FC9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4022214"/>
            <a:ext cx="12192000" cy="2835786"/>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9" name="Rectangle 1218">
            <a:extLst>
              <a:ext uri="{FF2B5EF4-FFF2-40B4-BE49-F238E27FC236}">
                <a16:creationId xmlns:a16="http://schemas.microsoft.com/office/drawing/2014/main" id="{875D7946-F897-E2D7-B1C8-2EB407ECCD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4022220"/>
            <a:ext cx="8153398" cy="2835780"/>
          </a:xfrm>
          <a:prstGeom prst="rect">
            <a:avLst/>
          </a:prstGeom>
          <a:gradFill>
            <a:gsLst>
              <a:gs pos="0">
                <a:srgbClr val="000000">
                  <a:alpha val="63000"/>
                </a:srgbClr>
              </a:gs>
              <a:gs pos="100000">
                <a:schemeClr val="accent1">
                  <a:lumMod val="7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1" name="Rectangle 1220">
            <a:extLst>
              <a:ext uri="{FF2B5EF4-FFF2-40B4-BE49-F238E27FC236}">
                <a16:creationId xmlns:a16="http://schemas.microsoft.com/office/drawing/2014/main" id="{AE48144B-4125-660A-65C0-1350D555AD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4022219"/>
            <a:ext cx="12253472" cy="2835781"/>
          </a:xfrm>
          <a:prstGeom prst="rect">
            <a:avLst/>
          </a:prstGeom>
          <a:gradFill>
            <a:gsLst>
              <a:gs pos="39000">
                <a:schemeClr val="accent1">
                  <a:lumMod val="50000"/>
                  <a:alpha val="0"/>
                </a:schemeClr>
              </a:gs>
              <a:gs pos="100000">
                <a:srgbClr val="000000">
                  <a:alpha val="72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3E1EFB77-41FD-63F5-3E34-F2A4C579406C}"/>
              </a:ext>
            </a:extLst>
          </p:cNvPr>
          <p:cNvPicPr>
            <a:picLocks noChangeAspect="1"/>
          </p:cNvPicPr>
          <p:nvPr/>
        </p:nvPicPr>
        <p:blipFill>
          <a:blip r:embed="rId2"/>
          <a:stretch>
            <a:fillRect/>
          </a:stretch>
        </p:blipFill>
        <p:spPr>
          <a:xfrm>
            <a:off x="6922230" y="463404"/>
            <a:ext cx="4466375" cy="5553193"/>
          </a:xfrm>
          <a:prstGeom prst="rect">
            <a:avLst/>
          </a:prstGeom>
        </p:spPr>
      </p:pic>
      <p:sp>
        <p:nvSpPr>
          <p:cNvPr id="1223" name="Rectangle 1222">
            <a:extLst>
              <a:ext uri="{FF2B5EF4-FFF2-40B4-BE49-F238E27FC236}">
                <a16:creationId xmlns:a16="http://schemas.microsoft.com/office/drawing/2014/main" id="{4C66E5EE-033A-E4EA-C150-8035EADF63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0797"/>
            <a:ext cx="12191998" cy="457203"/>
          </a:xfrm>
          <a:prstGeom prst="rect">
            <a:avLst/>
          </a:prstGeom>
          <a:gradFill>
            <a:gsLst>
              <a:gs pos="0">
                <a:srgbClr val="000000">
                  <a:alpha val="43000"/>
                </a:srgbClr>
              </a:gs>
              <a:gs pos="79000">
                <a:schemeClr val="accent1">
                  <a:lumMod val="75000"/>
                  <a:alpha val="2200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1851FB74-5003-0454-65C5-EC0934FA3888}"/>
              </a:ext>
            </a:extLst>
          </p:cNvPr>
          <p:cNvSpPr>
            <a:spLocks noGrp="1"/>
          </p:cNvSpPr>
          <p:nvPr>
            <p:ph type="sldNum" sz="quarter" idx="12"/>
          </p:nvPr>
        </p:nvSpPr>
        <p:spPr/>
        <p:txBody>
          <a:bodyPr/>
          <a:lstStyle/>
          <a:p>
            <a:fld id="{B19D99C1-D610-4605-878C-7095C6095A3C}" type="slidenum">
              <a:rPr lang="en-US" smtClean="0"/>
              <a:t>28</a:t>
            </a:fld>
            <a:endParaRPr lang="en-US"/>
          </a:p>
        </p:txBody>
      </p:sp>
    </p:spTree>
    <p:extLst>
      <p:ext uri="{BB962C8B-B14F-4D97-AF65-F5344CB8AC3E}">
        <p14:creationId xmlns:p14="http://schemas.microsoft.com/office/powerpoint/2010/main" val="1494466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5da6f11b-32a5-4a27-a2bb-6d5344ab364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7DEFD7806170C4DA5C646EE3FA79444" ma:contentTypeVersion="18" ma:contentTypeDescription="Create a new document." ma:contentTypeScope="" ma:versionID="f9bbf3420ed488e770d86e8f929fbf95">
  <xsd:schema xmlns:xsd="http://www.w3.org/2001/XMLSchema" xmlns:xs="http://www.w3.org/2001/XMLSchema" xmlns:p="http://schemas.microsoft.com/office/2006/metadata/properties" xmlns:ns3="5da6f11b-32a5-4a27-a2bb-6d5344ab3645" xmlns:ns4="d371f9d1-bffa-4ede-9daa-16fd6bd6bf4f" targetNamespace="http://schemas.microsoft.com/office/2006/metadata/properties" ma:root="true" ma:fieldsID="2769fe173af2825677fabbad1e20dbc8" ns3:_="" ns4:_="">
    <xsd:import namespace="5da6f11b-32a5-4a27-a2bb-6d5344ab3645"/>
    <xsd:import namespace="d371f9d1-bffa-4ede-9daa-16fd6bd6bf4f"/>
    <xsd:element name="properties">
      <xsd:complexType>
        <xsd:sequence>
          <xsd:element name="documentManagement">
            <xsd:complexType>
              <xsd:all>
                <xsd:element ref="ns3:MediaServiceMetadata" minOccurs="0"/>
                <xsd:element ref="ns3:MediaServiceFastMetadata" minOccurs="0"/>
                <xsd:element ref="ns3:MediaServiceDateTaken" minOccurs="0"/>
                <xsd:element ref="ns4:SharedWithUsers" minOccurs="0"/>
                <xsd:element ref="ns4:SharedWithDetails" minOccurs="0"/>
                <xsd:element ref="ns4:SharingHintHash" minOccurs="0"/>
                <xsd:element ref="ns3:MediaServiceAutoTags" minOccurs="0"/>
                <xsd:element ref="ns3:MediaServiceLocation"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LengthInSeconds"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da6f11b-32a5-4a27-a2bb-6d5344ab36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371f9d1-bffa-4ede-9daa-16fd6bd6bf4f"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SharingHintHash" ma:index="13"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1F60116-8B12-4A39-9380-FC98575D23D3}">
  <ds:schemaRefs>
    <ds:schemaRef ds:uri="5da6f11b-32a5-4a27-a2bb-6d5344ab3645"/>
    <ds:schemaRef ds:uri="http://schemas.microsoft.com/office/2006/metadata/properties"/>
    <ds:schemaRef ds:uri="http://schemas.microsoft.com/office/2006/documentManagement/types"/>
    <ds:schemaRef ds:uri="http://purl.org/dc/dcmitype/"/>
    <ds:schemaRef ds:uri="http://schemas.openxmlformats.org/package/2006/metadata/core-properties"/>
    <ds:schemaRef ds:uri="http://purl.org/dc/elements/1.1/"/>
    <ds:schemaRef ds:uri="http://schemas.microsoft.com/office/infopath/2007/PartnerControls"/>
    <ds:schemaRef ds:uri="d371f9d1-bffa-4ede-9daa-16fd6bd6bf4f"/>
    <ds:schemaRef ds:uri="http://www.w3.org/XML/1998/namespace"/>
    <ds:schemaRef ds:uri="http://purl.org/dc/terms/"/>
  </ds:schemaRefs>
</ds:datastoreItem>
</file>

<file path=customXml/itemProps2.xml><?xml version="1.0" encoding="utf-8"?>
<ds:datastoreItem xmlns:ds="http://schemas.openxmlformats.org/officeDocument/2006/customXml" ds:itemID="{58AB6891-FD32-49A1-B702-53B35345CE6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da6f11b-32a5-4a27-a2bb-6d5344ab3645"/>
    <ds:schemaRef ds:uri="d371f9d1-bffa-4ede-9daa-16fd6bd6bf4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D01A0CB-C8F5-4976-9BC8-D0FE4EE0249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4938</TotalTime>
  <Words>806</Words>
  <Application>Microsoft Office PowerPoint</Application>
  <PresentationFormat>Widescreen</PresentationFormat>
  <Paragraphs>152</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Aptos</vt:lpstr>
      <vt:lpstr>Aptos Body</vt:lpstr>
      <vt:lpstr>Aptos Display</vt:lpstr>
      <vt:lpstr>Arial</vt:lpstr>
      <vt:lpstr>Times New Roman</vt:lpstr>
      <vt:lpstr>Office Theme</vt:lpstr>
      <vt:lpstr>“Improving an Academic Information System through Cognitive Load Principles and User-Centered Information Architecture: A Case Study of LUIS”</vt:lpstr>
      <vt:lpstr>Digital Humanities Framework</vt:lpstr>
      <vt:lpstr>Problem &amp; Motivation</vt:lpstr>
      <vt:lpstr>Research Aim  &amp;  Question</vt:lpstr>
      <vt:lpstr>Integrated Methodological Framework</vt:lpstr>
      <vt:lpstr>Thesis Contribution </vt:lpstr>
      <vt:lpstr>Data &amp; Methods</vt:lpstr>
      <vt:lpstr>Analytical Pipeline</vt:lpstr>
      <vt:lpstr>Key analytical findings</vt:lpstr>
      <vt:lpstr>Word clouds of open-text responses</vt:lpstr>
      <vt:lpstr>Workflow selection</vt:lpstr>
      <vt:lpstr>Redesign Strategy</vt:lpstr>
      <vt:lpstr>Existing LUIS Mobile Interface Visuals</vt:lpstr>
      <vt:lpstr>Student Mobile workflow Low-Fi Wireframes</vt:lpstr>
      <vt:lpstr>Existing LUIS Sudent Desktop Interface Visuals</vt:lpstr>
      <vt:lpstr>Student desktop wireframes</vt:lpstr>
      <vt:lpstr>Existing LUIS Admin Desktop Interface Visuals</vt:lpstr>
      <vt:lpstr>Admin desktop wireframes</vt:lpstr>
      <vt:lpstr>Workflow Steps Comparison</vt:lpstr>
      <vt:lpstr>Prototype testing: student mobile workflow</vt:lpstr>
      <vt:lpstr>Prototype Testing Results</vt:lpstr>
      <vt:lpstr>Quantitative Evaluation After Redesign</vt:lpstr>
      <vt:lpstr>UI Design Style Guide </vt:lpstr>
      <vt:lpstr>High-fidelity Mobile Screens</vt:lpstr>
      <vt:lpstr>Implications</vt:lpstr>
      <vt:lpstr>PowerPoint Presentation</vt:lpstr>
      <vt:lpstr>Future Work</vt:lpstr>
      <vt:lpstr>Thank You!  The full research repository, including datasets, analysis notebooks, and prototype materials, are available on GitHub.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Māris Kaļinka</dc:creator>
  <cp:lastModifiedBy>Alina Zogota</cp:lastModifiedBy>
  <cp:revision>21</cp:revision>
  <dcterms:created xsi:type="dcterms:W3CDTF">2024-10-10T12:39:43Z</dcterms:created>
  <dcterms:modified xsi:type="dcterms:W3CDTF">2025-12-28T18:32:30Z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0x01010037DEFD7806170C4DA5C646EE3FA79444</vt:lpwstr>
  </property>
</Properties>
</file>